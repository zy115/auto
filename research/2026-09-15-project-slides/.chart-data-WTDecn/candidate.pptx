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9bb6b98d24634" /><Relationship Type="http://schemas.openxmlformats.org/officeDocument/2006/relationships/extended-properties" Target="/docProps/app.xml" Id="R419da603a6ce45b6" /><Relationship Type="http://schemas.openxmlformats.org/officeDocument/2006/relationships/officeDocument" Target="/ppt/presentation.xml" Id="Ra15f9bb865d7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d12e7d97f4bfb"/>
  </p:sldMasterIdLst>
  <p:notesMasterIdLst>
    <p:notesMasterId xmlns:r="http://schemas.openxmlformats.org/officeDocument/2006/relationships" r:id="R59e7aaf78eb843e0"/>
  </p:notesMasterIdLst>
  <p:sldIdLst>
    <p:sldId xmlns:r="http://schemas.openxmlformats.org/officeDocument/2006/relationships" id="256" r:id="Rc18d390c98614f21"/>
    <p:sldId xmlns:r="http://schemas.openxmlformats.org/officeDocument/2006/relationships" id="257" r:id="R221cace03b684f56"/>
    <p:sldId xmlns:r="http://schemas.openxmlformats.org/officeDocument/2006/relationships" id="258" r:id="Rb4f44940a0a0474c"/>
    <p:sldId xmlns:r="http://schemas.openxmlformats.org/officeDocument/2006/relationships" id="259" r:id="Rde34c8a12ed843f9"/>
    <p:sldId xmlns:r="http://schemas.openxmlformats.org/officeDocument/2006/relationships" id="260" r:id="Rc41c783c25c14912"/>
    <p:sldId xmlns:r="http://schemas.openxmlformats.org/officeDocument/2006/relationships" id="261" r:id="R25824184bb364df3"/>
    <p:sldId xmlns:r="http://schemas.openxmlformats.org/officeDocument/2006/relationships" id="262" r:id="R4a4aeed7c7b342bc"/>
    <p:sldId xmlns:r="http://schemas.openxmlformats.org/officeDocument/2006/relationships" id="263" r:id="R2a29691e4210452c"/>
    <p:sldId xmlns:r="http://schemas.openxmlformats.org/officeDocument/2006/relationships" id="264" r:id="R0222442ee7a446d7"/>
    <p:sldId xmlns:r="http://schemas.openxmlformats.org/officeDocument/2006/relationships" id="265" r:id="Rd067ef8b8c8d471b"/>
    <p:sldId xmlns:r="http://schemas.openxmlformats.org/officeDocument/2006/relationships" id="266" r:id="R0ea1d88191bf4baa"/>
    <p:sldId xmlns:r="http://schemas.openxmlformats.org/officeDocument/2006/relationships" id="267" r:id="Rd992d868d9414cf7"/>
    <p:sldId xmlns:r="http://schemas.openxmlformats.org/officeDocument/2006/relationships" id="268" r:id="Rc521f520caa8470a"/>
    <p:sldId xmlns:r="http://schemas.openxmlformats.org/officeDocument/2006/relationships" id="269" r:id="R5addc9b761ae4a7c"/>
    <p:sldId xmlns:r="http://schemas.openxmlformats.org/officeDocument/2006/relationships" id="270" r:id="Rea2d5e4da6b94e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81e82631b94a27" /><Relationship Type="http://schemas.openxmlformats.org/officeDocument/2006/relationships/slideMaster" Target="/ppt/slideMasters/slideMaster1.xml" Id="R8fdd12e7d97f4bfb" /><Relationship Type="http://schemas.openxmlformats.org/officeDocument/2006/relationships/notesMaster" Target="/ppt/notesMasters/notesMaster1.xml" Id="R59e7aaf78eb843e0" /><Relationship Type="http://schemas.openxmlformats.org/officeDocument/2006/relationships/presProps" Target="/ppt/presProps.xml" Id="R52080b1c949f4511" /><Relationship Type="http://schemas.openxmlformats.org/officeDocument/2006/relationships/tableStyles" Target="/ppt/tableStyles.xml" Id="Ra42e47ce5bee48ec" /><Relationship Type="http://schemas.openxmlformats.org/officeDocument/2006/relationships/slide" Target="/ppt/slides/slide1.xml" Id="Rc18d390c98614f21" /><Relationship Type="http://schemas.openxmlformats.org/officeDocument/2006/relationships/slide" Target="/ppt/slides/slide2.xml" Id="R221cace03b684f56" /><Relationship Type="http://schemas.openxmlformats.org/officeDocument/2006/relationships/slide" Target="/ppt/slides/slide3.xml" Id="Rb4f44940a0a0474c" /><Relationship Type="http://schemas.openxmlformats.org/officeDocument/2006/relationships/slide" Target="/ppt/slides/slide4.xml" Id="Rde34c8a12ed843f9" /><Relationship Type="http://schemas.openxmlformats.org/officeDocument/2006/relationships/slide" Target="/ppt/slides/slide5.xml" Id="Rc41c783c25c14912" /><Relationship Type="http://schemas.openxmlformats.org/officeDocument/2006/relationships/slide" Target="/ppt/slides/slide6.xml" Id="R25824184bb364df3" /><Relationship Type="http://schemas.openxmlformats.org/officeDocument/2006/relationships/slide" Target="/ppt/slides/slide7.xml" Id="R4a4aeed7c7b342bc" /><Relationship Type="http://schemas.openxmlformats.org/officeDocument/2006/relationships/slide" Target="/ppt/slides/slide8.xml" Id="R2a29691e4210452c" /><Relationship Type="http://schemas.openxmlformats.org/officeDocument/2006/relationships/slide" Target="/ppt/slides/slide9.xml" Id="R0222442ee7a446d7" /><Relationship Type="http://schemas.openxmlformats.org/officeDocument/2006/relationships/slide" Target="/ppt/slides/slide10.xml" Id="Rd067ef8b8c8d471b" /><Relationship Type="http://schemas.openxmlformats.org/officeDocument/2006/relationships/slide" Target="/ppt/slides/slide11.xml" Id="R0ea1d88191bf4baa" /><Relationship Type="http://schemas.openxmlformats.org/officeDocument/2006/relationships/slide" Target="/ppt/slides/slide12.xml" Id="Rd992d868d9414cf7" /><Relationship Type="http://schemas.openxmlformats.org/officeDocument/2006/relationships/slide" Target="/ppt/slides/slide13.xml" Id="Rc521f520caa8470a" /><Relationship Type="http://schemas.openxmlformats.org/officeDocument/2006/relationships/slide" Target="/ppt/slides/slide14.xml" Id="R5addc9b761ae4a7c" /><Relationship Type="http://schemas.openxmlformats.org/officeDocument/2006/relationships/slide" Target="/ppt/slides/slide15.xml" Id="Rea2d5e4da6b94e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18e0e1119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517639bf540ed" /><Relationship Type="http://schemas.openxmlformats.org/officeDocument/2006/relationships/notesMaster" Target="/ppt/notesMasters/notesMaster1.xml" Id="R84c120aafc514e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bfe7fd66d4274" /><Relationship Type="http://schemas.openxmlformats.org/officeDocument/2006/relationships/notesMaster" Target="/ppt/notesMasters/notesMaster1.xml" Id="Rb4b14b40406b46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0af56d972b47d5" /><Relationship Type="http://schemas.openxmlformats.org/officeDocument/2006/relationships/notesMaster" Target="/ppt/notesMasters/notesMaster1.xml" Id="Rbb140702f847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a9599b7b944e0d" /><Relationship Type="http://schemas.openxmlformats.org/officeDocument/2006/relationships/notesMaster" Target="/ppt/notesMasters/notesMaster1.xml" Id="R3d4a24e54f29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58a28fbaaa491b" /><Relationship Type="http://schemas.openxmlformats.org/officeDocument/2006/relationships/notesMaster" Target="/ppt/notesMasters/notesMaster1.xml" Id="R1293236b95b1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daf30e2f504fc5" /><Relationship Type="http://schemas.openxmlformats.org/officeDocument/2006/relationships/notesMaster" Target="/ppt/notesMasters/notesMaster1.xml" Id="Rc07208f483e5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260a0e9744e27" /><Relationship Type="http://schemas.openxmlformats.org/officeDocument/2006/relationships/notesMaster" Target="/ppt/notesMasters/notesMaster1.xml" Id="R92ebf14e2f1443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3f5b85c834f29" /><Relationship Type="http://schemas.openxmlformats.org/officeDocument/2006/relationships/notesMaster" Target="/ppt/notesMasters/notesMaster1.xml" Id="R561bd8b043c945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884bb7626549bb" /><Relationship Type="http://schemas.openxmlformats.org/officeDocument/2006/relationships/notesMaster" Target="/ppt/notesMasters/notesMaster1.xml" Id="Re397757127c542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9a98b268b34908" /><Relationship Type="http://schemas.openxmlformats.org/officeDocument/2006/relationships/notesMaster" Target="/ppt/notesMasters/notesMaster1.xml" Id="Rb2ab7d97a74d47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6132ea29f4403d" /><Relationship Type="http://schemas.openxmlformats.org/officeDocument/2006/relationships/notesMaster" Target="/ppt/notesMasters/notesMaster1.xml" Id="R4adc242d865146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38cb0aad824804" /><Relationship Type="http://schemas.openxmlformats.org/officeDocument/2006/relationships/notesMaster" Target="/ppt/notesMasters/notesMaster1.xml" Id="R800601e9ff5144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a932b0ebd4462f" /><Relationship Type="http://schemas.openxmlformats.org/officeDocument/2006/relationships/notesMaster" Target="/ppt/notesMasters/notesMaster1.xml" Id="R766c5ba75f5547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e58a0b66ae47d9" /><Relationship Type="http://schemas.openxmlformats.org/officeDocument/2006/relationships/notesMaster" Target="/ppt/notesMasters/notesMaster1.xml" Id="R94fa673902e84b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f340527e74441b" /><Relationship Type="http://schemas.openxmlformats.org/officeDocument/2006/relationships/notesMaster" Target="/ppt/notesMasters/notesMaster1.xml" Id="Rdce103f8f7cf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主线到此结束。后面五页分别对应：反馈预算、前缀树与历史字典的等价、合并审计的完整口径、五臂完整数值、危险格完整剂量曲线。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ff3cccf43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0a3b93bd63477d" /><Relationship Type="http://schemas.openxmlformats.org/officeDocument/2006/relationships/slideLayout" Target="/ppt/slideLayouts/slideLayout1.xml" Id="Rf7316b7b1f65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16b7b1f65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0a8d941a463a" /><Relationship Type="http://schemas.openxmlformats.org/officeDocument/2006/relationships/notesSlide" Target="/ppt/notesSlides/notesSlide1.xml" Id="Rf37af8a1eaba48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59b4f3b93415d" /><Relationship Type="http://schemas.openxmlformats.org/officeDocument/2006/relationships/chart" Target="/ppt/slides/charts/chart1.xml" Id="R5bb144de81b74e9b" /><Relationship Type="http://schemas.openxmlformats.org/officeDocument/2006/relationships/chart" Target="/ppt/slides/charts/chart2.xml" Id="R03b4f3fdc3b54ada" /><Relationship Type="http://schemas.openxmlformats.org/officeDocument/2006/relationships/notesSlide" Target="/ppt/notesSlides/notesSlide2.xml" Id="Rf542953319e14e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8a7445e86428b" /><Relationship Type="http://schemas.openxmlformats.org/officeDocument/2006/relationships/notesSlide" Target="/ppt/notesSlides/notesSlide3.xml" Id="R62f1a9a8e23649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e9114469e409f" /><Relationship Type="http://schemas.openxmlformats.org/officeDocument/2006/relationships/notesSlide" Target="/ppt/notesSlides/notesSlide4.xml" Id="R78e25045fcd844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30a6bf70e4c0c" /><Relationship Type="http://schemas.openxmlformats.org/officeDocument/2006/relationships/chart" Target="/ppt/slides/charts/chart3.xml" Id="R1bbfd98694e84ec6" /><Relationship Type="http://schemas.openxmlformats.org/officeDocument/2006/relationships/notesSlide" Target="/ppt/notesSlides/notesSlide5.xml" Id="Rda908fcf773244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a4742cfa145fd" /><Relationship Type="http://schemas.openxmlformats.org/officeDocument/2006/relationships/chart" Target="/ppt/slides/charts/chart4.xml" Id="Rbb5bbea782f34943" /><Relationship Type="http://schemas.openxmlformats.org/officeDocument/2006/relationships/notesSlide" Target="/ppt/notesSlides/notesSlide6.xml" Id="Rea0f976add7a47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0bc158800423a" /><Relationship Type="http://schemas.openxmlformats.org/officeDocument/2006/relationships/chart" Target="/ppt/slides/charts/chart5.xml" Id="R6b63470d9b394c52" /><Relationship Type="http://schemas.openxmlformats.org/officeDocument/2006/relationships/notesSlide" Target="/ppt/notesSlides/notesSlide7.xml" Id="Rd3c619a7a80d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f47200251421b" /><Relationship Type="http://schemas.openxmlformats.org/officeDocument/2006/relationships/chart" Target="/ppt/slides/charts/chart6.xml" Id="Rbd3e9526500245c0" /><Relationship Type="http://schemas.openxmlformats.org/officeDocument/2006/relationships/notesSlide" Target="/ppt/notesSlides/notesSlide8.xml" Id="Radb9cf35b5c54f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a26f349a341b5" /><Relationship Type="http://schemas.openxmlformats.org/officeDocument/2006/relationships/notesSlide" Target="/ppt/notesSlides/notesSlide9.xml" Id="R3cc08417ba36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cc32a528f497c" /><Relationship Type="http://schemas.openxmlformats.org/officeDocument/2006/relationships/notesSlide" Target="/ppt/notesSlides/notesSlide10.xml" Id="R645f70e02b1647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fbec3039b4923" /><Relationship Type="http://schemas.openxmlformats.org/officeDocument/2006/relationships/chart" Target="/ppt/slides/charts/chart7.xml" Id="R018ab122feca497b" /><Relationship Type="http://schemas.openxmlformats.org/officeDocument/2006/relationships/notesSlide" Target="/ppt/notesSlides/notesSlide11.xml" Id="Rbccbeb64a6d5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aff6e742418b" /><Relationship Type="http://schemas.openxmlformats.org/officeDocument/2006/relationships/notesSlide" Target="/ppt/notesSlides/notesSlide12.xml" Id="Re38d43363ca542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f1dee02b141a0" /><Relationship Type="http://schemas.openxmlformats.org/officeDocument/2006/relationships/chart" Target="/ppt/slides/charts/chart8.xml" Id="Re69975fefee0457a" /><Relationship Type="http://schemas.openxmlformats.org/officeDocument/2006/relationships/chart" Target="/ppt/slides/charts/chart9.xml" Id="R3e783f51302f4992" /><Relationship Type="http://schemas.openxmlformats.org/officeDocument/2006/relationships/chart" Target="/ppt/slides/charts/chart10.xml" Id="Reaa98ea3172c484a" /><Relationship Type="http://schemas.openxmlformats.org/officeDocument/2006/relationships/notesSlide" Target="/ppt/notesSlides/notesSlide13.xml" Id="R5406b196f8b74b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a1b4eec54963" /><Relationship Type="http://schemas.openxmlformats.org/officeDocument/2006/relationships/chart" Target="/ppt/slides/charts/chart11.xml" Id="R36f82046600d4d28" /><Relationship Type="http://schemas.openxmlformats.org/officeDocument/2006/relationships/notesSlide" Target="/ppt/notesSlides/notesSlide14.xml" Id="R90defb196f0e47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721164434460d" /><Relationship Type="http://schemas.openxmlformats.org/officeDocument/2006/relationships/chart" Target="/ppt/slides/charts/chart12.xml" Id="R9f614fd9f77b408e" /><Relationship Type="http://schemas.openxmlformats.org/officeDocument/2006/relationships/notesSlide" Target="/ppt/notesSlides/notesSlide15.xml" Id="Rc579ee66bf004d9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Ref>
              <c:f>'Chart Data'!$C$2:$C$3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16F80A56-B48D-4AD4-B647-2B722039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4AE3F12-A941-438A-B90C-314099A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74E5AE8-238C-4F1C-BE2F-88C67F4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A47D1B0-CB3B-4030-A1DD-1F0300B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7E3F6-31A8-471F-B79D-C0306A16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28109-A307-4608-AB97-4DEE2BA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0319B-0B08-4D87-9FA5-B90ACF8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BC7DA-6E52-4288-A9D2-2A79C1BF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7F23-2858-44B7-BFCE-38E7C3F9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2E2E5-6A75-4B66-8014-C35457F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AC245-B1EE-4E17-AA55-1177E80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DCF9F-85CC-481E-A6D8-0F3CC04B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25D8-2D3E-465F-97D8-593E9F6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97D88-8EFE-49D0-9C9C-FABCBD31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4CBA7-3934-42DC-8C73-26D53A4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FA6C9-5911-450D-B9BE-4AAA761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6875-44D0-4EE7-8F46-D3D98248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5FB14-F191-4D17-BF27-43DB72D2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5D331-C4C0-4CE0-A403-C2F6249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3A9F3-689E-42CB-BBC5-657A4F8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00A05-DFBE-45C8-A881-8CC2672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61461-36B7-4266-92FB-8D0C18CD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7D199-127A-4698-AC90-ECA7D5E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A4BE1-A2DC-4E09-B5C2-12678B3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EE08C-5556-45E1-B8CA-C71F540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B308D-85BC-4408-AEB8-C6A0C948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75ED7-159C-45E4-824C-35A8581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EBE5D-751E-4B16-875F-5CB9C99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41082-F135-4BB6-99A8-379D9B5D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0ECF39-6FC3-47A4-9381-B676F44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32B56-9CE1-4DBC-9608-33D698A3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9215DF-DD71-45F1-A192-340921C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61969-D2F2-4C45-9D08-D1A7E2F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73881-FFD9-420D-9D7D-CD75E7B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CA13E7-1E54-4AFD-9F09-27A6D93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EEB40-5BD9-41EE-9B56-A3726BCB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62E5D3-E40F-46D5-95A8-59C8016F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807681-692A-4DBE-8700-61D031E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1E0539-05B7-4B00-88A3-41857563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C2A928-0369-4945-98E0-D3D967E0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2F3EC104-E1B5-4358-9F7E-1A17340A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A3A1F8DF-7563-471C-9AE6-8BB07AE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E71E6495-93AF-4A0E-98E6-0DA7559F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ECA85DDD-0020-4FCA-9DB9-8997A2EC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0A8F6A08-F67D-4A2B-A3A3-FEC1E97E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92EE7F43-F8D7-4E61-A75C-3A51AEEB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B85326-6C6A-4EF4-BCF8-00B08AB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C49AEA-FD5E-4E15-866E-8F9E8B2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2AB52B-AE74-449C-A395-8C7D80C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73E86E-5A3F-4BD9-8456-C55D75E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DDE9CC3F-FDE8-474C-BD49-550F1E6D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EC0063B3-D45B-488D-A9AD-918A7FF4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233352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60A2BA19-C642-4633-BF3B-5EEAEEE1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20F90B18-C8BF-452D-B55D-F99117F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EB907A82-388A-4E94-BCBF-DB9428B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00C1B446-B335-4624-86C2-DB0215A7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1BBE09C7-06FA-405B-91F3-DB08EDF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b144de81b74e9b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b4f3fdc3b54ada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7914385E-FFDE-4F47-A113-B8F73CD5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1406208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EFD468AB-7625-4692-A889-E07597D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F41D0540-C1DC-4AC3-B30E-1364AF20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咖啡：先烧开水 → 冲粉 → 3 分钟过滤（热泡）；先取冷水 → 冲粉 → 冷藏 12 小时（冷萃）—— 同一个冲粉动作，之前不同，之后就完全不同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B243F8D4-C75B-410F-8442-D7B93684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20518-58E2-410C-8FA6-E4910A63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C7243DCF-342C-47E4-B403-C863F678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C1F416A2-95F7-4BD3-9F07-CBDCAF4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EA1143D0-2508-4DB6-8267-9447591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8904-31DA-47FB-8839-1A54FEB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3807483B-7BCE-4A93-B15B-C5F7DDDC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2ED437D5-7305-4EFE-B5F1-885DD06E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5EE39D0F-559A-41B0-B848-15DE7426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E6AE9935-4FA0-4706-A92B-0641840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BECD357F-F058-4BAE-930A-F1316EE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5F9A0322-7755-4A26-914B-0104AA26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91DF33DE-2962-4E01-A1CE-6D5E805D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C2D0A2DD-F756-48BE-95D6-815A6356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69A4F957-BEF6-42DD-A2C1-5CD5EE5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6F9B8DA5-9DEC-4C64-94A2-24BCDB9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89968-CD9A-4F0B-81D5-4C66352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A5B72-128B-40AD-B943-615C778A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3D7C5-E423-4125-AE76-89DFEBB3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F5F2F-EC08-4CCC-98F4-5F6709E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72F1A-5AB9-4A7F-A934-4EA598D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C812F-9DE1-4804-8413-B450025A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80C61C0B-25E5-41B3-BB44-10A36FD8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D7B9DDDD-5A9E-47DA-80CC-022C73CD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1808699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757DB8D1-66FF-464F-BB93-2513E3FE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8D305526-4285-4538-9F13-FF2F058D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咖啡：磨豆、称粉、拿杯子的先后都不影响结果 —— 可以合并；只有决定热泡还是冷萃的那一步必须单独记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91468123-8F12-4C1A-9141-EF0892C0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498D7B22-D4BC-499B-BAA8-9A8433F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2417535F-044E-46D5-8AE1-599BD6D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C31B1525-6A9B-441D-B980-AF7DBA4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0668-BBE1-4663-92BE-D742EC9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70A5A-7BFF-4A50-98AA-6E82F2F4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428EE-7B07-4DBA-85D3-B81BB0C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E47F9-1331-419B-A54A-0BCD93D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9BD3A-6878-4E12-8AA8-F010A81B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F4995-30E8-45C0-B01B-6562522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53DFA-9E30-4707-A6B5-253D5342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DC664-E801-4900-A80E-404FF75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4D5F8-2661-4FE8-834C-B3EB8F8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F4797-0F93-405C-80E6-A2A77F5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4313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A7C5F907-6DC0-42F8-B8AA-7354F72E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21B76E47-A402-46F0-8727-1DD6A7F7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E9160FA6-994B-45FB-9A91-2BDE1A4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bfd98694e84ec6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4AD8F197-9BA7-4BB3-95E6-C08D078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89F3EB29-2490-4DC3-B65C-8B0742C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84921440-D08C-4234-A10F-1C007895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A54955AD-8178-4EAB-91C6-A949579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757113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925FC4F9-C448-47D0-BFF8-8906127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5BBAEBB7-176D-4A06-B817-CD1DE884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0144B4CF-5BC6-4B5C-BC19-8BBEF1AB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8E6B8C1E-18D0-4383-8165-24935FA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1BDEB-57DC-46A4-A9C1-6FB669E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06DA0-4262-491C-88DE-F2C8870D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FC42E-032D-456A-ADFC-4413DCB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ADB51A5E-3E41-4DB4-93C5-6BFEC04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2F227D9F-7310-4D19-B425-C022E03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62C979D7-66A2-4978-A553-089AF927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477C1-ECD9-47CC-928E-6FDE9DBC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7533FBCD-F936-4338-83D5-E34FDFDB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激进与保守之间没有两全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5bbea782f34943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D26A9AAD-F8F6-4950-9DAB-62BF42A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584651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E797B31E-DFB3-4ED8-8129-622DE366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ECE917D3-20C4-487A-A2F0-B7555C0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99B9966E-41C4-43EB-862A-9908CB8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EED63F46-61BB-45BF-A57E-AA057D1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它只是告诉我现在做什么？还是还能让不同阶段共享经验？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825601AD-1A3D-4222-8200-5B070EAE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EE4F6A72-C317-4380-9746-2B424E7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DC57A325-261F-412A-A98B-14EAAB29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3AD72DFD-F57F-44BD-830D-16199C0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C3F52-9A39-4CEE-9248-D210184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5A944CF2-A0BA-45AE-955C-CD8E6D22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0B554-6914-4453-A7D1-D9C21A8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68">
            <a:extLst xmlns:a="http://schemas.openxmlformats.org/drawingml/2006/main">
              <a:ext uri="{FF2B5EF4-FFF2-40B4-BE49-F238E27FC236}">
                <a16:creationId xmlns:a16="http://schemas.microsoft.com/office/drawing/2014/main" id="{C759F383-EEC3-42A3-B6BF-B5E9EBC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757A4-66BC-4F6A-844C-8A55420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A1B57E90-5C15-463A-81EB-144282B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3B1E3-1A24-4A2F-977E-2D80276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FAB73D6B-413C-43AD-812F-0D32C99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1">
            <a:extLst xmlns:a="http://schemas.openxmlformats.org/drawingml/2006/main">
              <a:ext uri="{FF2B5EF4-FFF2-40B4-BE49-F238E27FC236}">
                <a16:creationId xmlns:a16="http://schemas.microsoft.com/office/drawing/2014/main" id="{2EB79973-F729-40D5-83F0-B73C034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普通环境里几种机制都贴着天花板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9D1FD-4960-4A91-9165-1DAD72F3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72">
            <a:extLst xmlns:a="http://schemas.openxmlformats.org/drawingml/2006/main">
              <a:ext uri="{FF2B5EF4-FFF2-40B4-BE49-F238E27FC236}">
                <a16:creationId xmlns:a16="http://schemas.microsoft.com/office/drawing/2014/main" id="{EA013D6B-F055-4B38-9072-E14C258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不可逆环境把差异放大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63470d9b394c52"/>
          </a:graphicData>
        </a:graphic>
      </p:graphicFrame>
      <p:sp>
        <p:nvSpPr>
          <p:cNvPr id="21" name="text-73">
            <a:extLst xmlns:a="http://schemas.openxmlformats.org/drawingml/2006/main">
              <a:ext uri="{FF2B5EF4-FFF2-40B4-BE49-F238E27FC236}">
                <a16:creationId xmlns:a16="http://schemas.microsoft.com/office/drawing/2014/main" id="{D17459AB-DCC8-4DDB-8986-23A518C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74">
            <a:extLst xmlns:a="http://schemas.openxmlformats.org/drawingml/2006/main">
              <a:ext uri="{FF2B5EF4-FFF2-40B4-BE49-F238E27FC236}">
                <a16:creationId xmlns:a16="http://schemas.microsoft.com/office/drawing/2014/main" id="{7D604842-CA81-4274-B605-58CAC8DA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</a:t>
            </a:r>
          </a:p>
        </p:txBody>
      </p:sp>
    </p:spTree>
    <p:extLst>
      <p:ext uri="{BB962C8B-B14F-4D97-AF65-F5344CB8AC3E}">
        <p14:creationId xmlns:p14="http://schemas.microsoft.com/office/powerpoint/2010/main" val="1684817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75">
            <a:extLst xmlns:a="http://schemas.openxmlformats.org/drawingml/2006/main">
              <a:ext uri="{FF2B5EF4-FFF2-40B4-BE49-F238E27FC236}">
                <a16:creationId xmlns:a16="http://schemas.microsoft.com/office/drawing/2014/main" id="{4FD21D72-B950-43B3-8A01-494CE737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1A2EAB33-1220-49C5-BF9C-B9DA50CB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77">
            <a:extLst xmlns:a="http://schemas.openxmlformats.org/drawingml/2006/main">
              <a:ext uri="{FF2B5EF4-FFF2-40B4-BE49-F238E27FC236}">
                <a16:creationId xmlns:a16="http://schemas.microsoft.com/office/drawing/2014/main" id="{DD70720C-F013-4D3C-B2CD-9F4FF44B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8">
            <a:extLst xmlns:a="http://schemas.openxmlformats.org/drawingml/2006/main">
              <a:ext uri="{FF2B5EF4-FFF2-40B4-BE49-F238E27FC236}">
                <a16:creationId xmlns:a16="http://schemas.microsoft.com/office/drawing/2014/main" id="{8EBC7BD8-7BE0-4973-9E88-D98B90AF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79">
            <a:extLst xmlns:a="http://schemas.openxmlformats.org/drawingml/2006/main">
              <a:ext uri="{FF2B5EF4-FFF2-40B4-BE49-F238E27FC236}">
                <a16:creationId xmlns:a16="http://schemas.microsoft.com/office/drawing/2014/main" id="{87B9C46B-E880-4F9C-83CB-84A5BF3F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749A7-A558-4FD9-9D0A-86D8A36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72B1F-53D2-42CA-BD6F-C29038B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9B787-4496-4ACD-A298-9084DF2B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26CF1-A28F-4BD0-800F-1CD558F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B319D-18E2-46FE-9ED7-E916C58B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80">
            <a:extLst xmlns:a="http://schemas.openxmlformats.org/drawingml/2006/main">
              <a:ext uri="{FF2B5EF4-FFF2-40B4-BE49-F238E27FC236}">
                <a16:creationId xmlns:a16="http://schemas.microsoft.com/office/drawing/2014/main" id="{377C7740-6E70-4421-98B2-63716AC1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6272ABB7-3ECB-459E-AC1D-09B2A2E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3e9526500245c0"/>
          </a:graphicData>
        </a:graphic>
      </p:graphicFrame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AB107D4B-5C12-469F-96E4-9E53F17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所以「边学边用」真正值钱的场景，是当前行为会影响以后能拿到什么信息的任务</a:t>
            </a:r>
          </a:p>
        </p:txBody>
      </p:sp>
    </p:spTree>
    <p:extLst>
      <p:ext uri="{BB962C8B-B14F-4D97-AF65-F5344CB8AC3E}">
        <p14:creationId xmlns:p14="http://schemas.microsoft.com/office/powerpoint/2010/main" val="1246212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D35A0C59-4085-4C3B-B6CF-409F1CE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052DB4D5-395E-4AFF-8BF5-F9D340F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1C7C3954-8C51-4380-8C22-3E18864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585D5FFC-2536-4465-9AA5-9BA2F51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4B2BAA55-5844-4C66-82BF-37ED776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E6E18BC0-2147-40E2-8145-15087C85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B41160EE-BC48-4C2D-9487-B5F64C34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219EF-A858-41A9-BBDA-6865EEEC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AF5B2-143A-4072-8C40-93A72BF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A450C-6D16-4784-86B8-C837911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49D69-4C0F-46CB-902D-1CD97CBA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BD0218A4-1729-42ED-B415-37EAFD61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0E55E9BF-D09F-4649-A717-106E000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C5FBEBD8-0CBD-44FC-A4C5-BC620485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FE29F-9B78-4967-BE4E-06D380D4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C8A6A-6D71-43B0-9F77-1EE60A5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5D253-C201-4895-9851-5FCE5CF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D38E9-1305-4ECE-A163-601F324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0644A485-1979-4121-9932-4DDDD75A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D6E3BECA-7E08-42BB-A84A-EEFC570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3B281439-7A83-43BD-BD88-09271BD2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FB08D-9B77-421A-B13B-26337BF8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2A9E2-4445-45E1-AC2D-639702D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0CF040-B7DD-4AED-86F1-9C0C627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1789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C82A376D-C095-45EC-9DB1-769BE0E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1459CDA8-236D-4E41-9EF2-B82F21F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以下五页不在主线里，用于回答具体提问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57DD2E57-606E-4A10-B170-32859FC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3112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1FF6630F-D78F-4814-99C8-F8885D2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55C8BB19-4BD7-4417-B521-C667FD1C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C70F7E4B-6D8C-4F22-9C51-8325055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8ab122feca497b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AA61FE96-B6E9-4EF7-8135-E148C6C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682BEB89-BC26-4D70-A06B-FE52719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1581A9C0-F1E4-4F4D-A61F-AAFC9DED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B54FF7AA-3917-4821-9F3F-A79871F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499872C6-B7D5-460E-B2C4-A806047F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182801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048A20F2-8E65-43FE-8755-9F2BF6D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6CBA14BA-5981-473F-91B7-7DF53CAB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827427F9-9DAE-4C49-AB36-C69B6300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D9EABBE0-562C-4DBE-B94E-6741849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6B8C2AD8-4215-41D1-B784-DE4C6BE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BFBFA-0ED7-4E88-8963-956F242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D1FEC-7C8E-4E47-BF4D-E1AEC9B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D56DB-5D24-447D-A6A8-1435083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F6292-8E38-4626-B8FC-51D23A9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725A9-4C20-4DAE-A62A-1E419E4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A0FC8-A0CA-47FC-B29B-8A5FCD5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CB670-1CDB-4214-AE42-163B431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B2781CB1-D327-4937-B096-0859A64B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BF0B8C22-EF7D-4817-B307-0E3DD95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72EEADBE-42CA-4C37-B04D-D5E23EC9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1279A-AC14-4AE0-8302-2564A70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189BF8FC-C40B-4679-8ECF-BA997CF5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6B8DEA59-FB02-41B4-A5F9-9A333E4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C981F5BA-16CE-49C7-9C01-5232E9B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4ADC86E3-7FA1-4A38-8C81-BEEBCF6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855E4229-728C-4955-9B93-529CF38A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53837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2DE49639-8264-41B7-B427-4328540B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4E9B1942-9A3A-45F0-B85C-901309C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82474B26-D99B-40B2-93B3-BCDFBEAF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70F49BB9-19C0-4DBE-A603-FDA4CA8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0A295E27-FA0B-4C69-A67F-D0547C9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B1952131-E0B6-42B6-A038-E946DC7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9975fefee0457a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783f51302f4992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a98ea3172c484a"/>
          </a:graphicData>
        </a:graphic>
      </p:graphicFrame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1CF4C8F8-A801-4228-B911-783D1F0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7C5A7E8D-4A3C-49AA-A276-3E9EA24C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880315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28">
            <a:extLst xmlns:a="http://schemas.openxmlformats.org/drawingml/2006/main">
              <a:ext uri="{FF2B5EF4-FFF2-40B4-BE49-F238E27FC236}">
                <a16:creationId xmlns:a16="http://schemas.microsoft.com/office/drawing/2014/main" id="{8FAF7952-2ECE-4BD2-AA35-83F1CD6B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3977EED5-604C-4E0E-AA6D-415858F3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048770BA-F1E1-45FF-B8B6-643B15B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A66E96EF-FC53-4AE3-98F7-EC772AA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BE013F71-3AC8-46D9-A673-1ADB2BE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8E43B1CD-C846-4E71-AC1C-760FD41B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34">
            <a:extLst xmlns:a="http://schemas.openxmlformats.org/drawingml/2006/main">
              <a:ext uri="{FF2B5EF4-FFF2-40B4-BE49-F238E27FC236}">
                <a16:creationId xmlns:a16="http://schemas.microsoft.com/office/drawing/2014/main" id="{0B01F0AE-2900-4938-988B-CA84864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0A8C4-11B4-403F-ABFA-FB91A95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A41D6A2A-D944-4B14-B08B-D7E4B0FE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6D9D329A-125D-429E-832A-B3074A6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50831761-9815-47DA-8555-D9749E6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37E6D-3311-468D-AC54-AD3D1F57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38">
            <a:extLst xmlns:a="http://schemas.openxmlformats.org/drawingml/2006/main">
              <a:ext uri="{FF2B5EF4-FFF2-40B4-BE49-F238E27FC236}">
                <a16:creationId xmlns:a16="http://schemas.microsoft.com/office/drawing/2014/main" id="{9D010F7A-9836-4910-B895-DDD9336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39">
            <a:extLst xmlns:a="http://schemas.openxmlformats.org/drawingml/2006/main">
              <a:ext uri="{FF2B5EF4-FFF2-40B4-BE49-F238E27FC236}">
                <a16:creationId xmlns:a16="http://schemas.microsoft.com/office/drawing/2014/main" id="{6EFD8E27-5481-414D-B398-619F7072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D38A0240-593E-4966-9FE3-29B5992E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9FB4A-ADEF-452D-8179-500BAF97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41">
            <a:extLst xmlns:a="http://schemas.openxmlformats.org/drawingml/2006/main">
              <a:ext uri="{FF2B5EF4-FFF2-40B4-BE49-F238E27FC236}">
                <a16:creationId xmlns:a16="http://schemas.microsoft.com/office/drawing/2014/main" id="{CE20B526-1182-4D70-BD00-0763B59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42">
            <a:extLst xmlns:a="http://schemas.openxmlformats.org/drawingml/2006/main">
              <a:ext uri="{FF2B5EF4-FFF2-40B4-BE49-F238E27FC236}">
                <a16:creationId xmlns:a16="http://schemas.microsoft.com/office/drawing/2014/main" id="{5EC03618-5E1E-4097-A7C4-FDDF5A8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43">
            <a:extLst xmlns:a="http://schemas.openxmlformats.org/drawingml/2006/main">
              <a:ext uri="{FF2B5EF4-FFF2-40B4-BE49-F238E27FC236}">
                <a16:creationId xmlns:a16="http://schemas.microsoft.com/office/drawing/2014/main" id="{E9AE3E69-07AE-441A-9878-29B4C50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9F21F-FB6B-42C3-98BE-472289A5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44">
            <a:extLst xmlns:a="http://schemas.openxmlformats.org/drawingml/2006/main">
              <a:ext uri="{FF2B5EF4-FFF2-40B4-BE49-F238E27FC236}">
                <a16:creationId xmlns:a16="http://schemas.microsoft.com/office/drawing/2014/main" id="{C46C51C7-AD7A-4FF7-B779-773F3AA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45">
            <a:extLst xmlns:a="http://schemas.openxmlformats.org/drawingml/2006/main">
              <a:ext uri="{FF2B5EF4-FFF2-40B4-BE49-F238E27FC236}">
                <a16:creationId xmlns:a16="http://schemas.microsoft.com/office/drawing/2014/main" id="{C7426821-3B6F-4407-9F8B-DFEFEAF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46">
            <a:extLst xmlns:a="http://schemas.openxmlformats.org/drawingml/2006/main">
              <a:ext uri="{FF2B5EF4-FFF2-40B4-BE49-F238E27FC236}">
                <a16:creationId xmlns:a16="http://schemas.microsoft.com/office/drawing/2014/main" id="{57F0C316-3386-46B3-8DEC-BEABB84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47">
            <a:extLst xmlns:a="http://schemas.openxmlformats.org/drawingml/2006/main">
              <a:ext uri="{FF2B5EF4-FFF2-40B4-BE49-F238E27FC236}">
                <a16:creationId xmlns:a16="http://schemas.microsoft.com/office/drawing/2014/main" id="{BB311834-D2C3-42F1-8902-ABB1CA6A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f82046600d4d28"/>
          </a:graphicData>
        </a:graphic>
      </p:graphicFrame>
      <p:sp>
        <p:nvSpPr>
          <p:cNvPr id="26" name="text-148">
            <a:extLst xmlns:a="http://schemas.openxmlformats.org/drawingml/2006/main">
              <a:ext uri="{FF2B5EF4-FFF2-40B4-BE49-F238E27FC236}">
                <a16:creationId xmlns:a16="http://schemas.microsoft.com/office/drawing/2014/main" id="{2C5A057D-42D3-47FD-BC86-03B27BF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49">
            <a:extLst xmlns:a="http://schemas.openxmlformats.org/drawingml/2006/main">
              <a:ext uri="{FF2B5EF4-FFF2-40B4-BE49-F238E27FC236}">
                <a16:creationId xmlns:a16="http://schemas.microsoft.com/office/drawing/2014/main" id="{DE24D266-8C14-4A4B-AC20-55D8B8C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1199595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2A0B6854-1DB4-4D83-8D07-CC33DDD6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51">
            <a:extLst xmlns:a="http://schemas.openxmlformats.org/drawingml/2006/main">
              <a:ext uri="{FF2B5EF4-FFF2-40B4-BE49-F238E27FC236}">
                <a16:creationId xmlns:a16="http://schemas.microsoft.com/office/drawing/2014/main" id="{BEB064F2-F7DC-4D17-B6A2-F9B2E35F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52">
            <a:extLst xmlns:a="http://schemas.openxmlformats.org/drawingml/2006/main">
              <a:ext uri="{FF2B5EF4-FFF2-40B4-BE49-F238E27FC236}">
                <a16:creationId xmlns:a16="http://schemas.microsoft.com/office/drawing/2014/main" id="{4758DAC1-59AF-42B7-953C-0D83BAAD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14fd9f77b408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ACAA7-B47B-4DFB-B4DA-9C004D0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E37B0A61-3155-4936-88CC-6E5D2445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115BD80F-48E4-4CDB-9B09-B51B729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437127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2026-09-16T05:03:11.6560000Z</dcterms:created>
  <dcterms:modified xsi:type="dcterms:W3CDTF">2026-09-16T05:03:11.6560000Z</dcterms:modified>
</coreProperties>
</file>