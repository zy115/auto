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21fa8d8954d76" /><Relationship Type="http://schemas.openxmlformats.org/officeDocument/2006/relationships/extended-properties" Target="/docProps/app.xml" Id="Raf9ee6fbb31244db" /><Relationship Type="http://schemas.openxmlformats.org/officeDocument/2006/relationships/officeDocument" Target="/ppt/presentation.xml" Id="Rd4219ff6a629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3affc637a412b"/>
  </p:sldMasterIdLst>
  <p:notesMasterIdLst>
    <p:notesMasterId xmlns:r="http://schemas.openxmlformats.org/officeDocument/2006/relationships" r:id="R0375f37f4394437e"/>
  </p:notesMasterIdLst>
  <p:sldIdLst>
    <p:sldId xmlns:r="http://schemas.openxmlformats.org/officeDocument/2006/relationships" id="256" r:id="R44b9d5bcb06f426d"/>
    <p:sldId xmlns:r="http://schemas.openxmlformats.org/officeDocument/2006/relationships" id="257" r:id="R04160415964f49a0"/>
    <p:sldId xmlns:r="http://schemas.openxmlformats.org/officeDocument/2006/relationships" id="258" r:id="R16a1504b1c4d4479"/>
    <p:sldId xmlns:r="http://schemas.openxmlformats.org/officeDocument/2006/relationships" id="259" r:id="Rdfec56da988b41ab"/>
    <p:sldId xmlns:r="http://schemas.openxmlformats.org/officeDocument/2006/relationships" id="260" r:id="R796855f2e5d14ac8"/>
    <p:sldId xmlns:r="http://schemas.openxmlformats.org/officeDocument/2006/relationships" id="261" r:id="Rca882e7970ec40bc"/>
    <p:sldId xmlns:r="http://schemas.openxmlformats.org/officeDocument/2006/relationships" id="262" r:id="R4d3d1f12ea8b4d1f"/>
    <p:sldId xmlns:r="http://schemas.openxmlformats.org/officeDocument/2006/relationships" id="263" r:id="R490f672d342f44b1"/>
    <p:sldId xmlns:r="http://schemas.openxmlformats.org/officeDocument/2006/relationships" id="264" r:id="R60c29948cbdd43d9"/>
    <p:sldId xmlns:r="http://schemas.openxmlformats.org/officeDocument/2006/relationships" id="265" r:id="R2d056d40ad10469f"/>
    <p:sldId xmlns:r="http://schemas.openxmlformats.org/officeDocument/2006/relationships" id="266" r:id="R66edfec2ca134310"/>
    <p:sldId xmlns:r="http://schemas.openxmlformats.org/officeDocument/2006/relationships" id="267" r:id="R41e3b9dffe534814"/>
    <p:sldId xmlns:r="http://schemas.openxmlformats.org/officeDocument/2006/relationships" id="268" r:id="Rc9fbd6ad84334762"/>
    <p:sldId xmlns:r="http://schemas.openxmlformats.org/officeDocument/2006/relationships" id="269" r:id="R1073bcd850a744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0925e4a1164bd9" /><Relationship Type="http://schemas.openxmlformats.org/officeDocument/2006/relationships/slideMaster" Target="/ppt/slideMasters/slideMaster1.xml" Id="R1273affc637a412b" /><Relationship Type="http://schemas.openxmlformats.org/officeDocument/2006/relationships/notesMaster" Target="/ppt/notesMasters/notesMaster1.xml" Id="R0375f37f4394437e" /><Relationship Type="http://schemas.openxmlformats.org/officeDocument/2006/relationships/presProps" Target="/ppt/presProps.xml" Id="R2e6aa65192af4ec7" /><Relationship Type="http://schemas.openxmlformats.org/officeDocument/2006/relationships/tableStyles" Target="/ppt/tableStyles.xml" Id="R4c8b505173354e40" /><Relationship Type="http://schemas.openxmlformats.org/officeDocument/2006/relationships/slide" Target="/ppt/slides/slide1.xml" Id="R44b9d5bcb06f426d" /><Relationship Type="http://schemas.openxmlformats.org/officeDocument/2006/relationships/slide" Target="/ppt/slides/slide2.xml" Id="R04160415964f49a0" /><Relationship Type="http://schemas.openxmlformats.org/officeDocument/2006/relationships/slide" Target="/ppt/slides/slide3.xml" Id="R16a1504b1c4d4479" /><Relationship Type="http://schemas.openxmlformats.org/officeDocument/2006/relationships/slide" Target="/ppt/slides/slide4.xml" Id="Rdfec56da988b41ab" /><Relationship Type="http://schemas.openxmlformats.org/officeDocument/2006/relationships/slide" Target="/ppt/slides/slide5.xml" Id="R796855f2e5d14ac8" /><Relationship Type="http://schemas.openxmlformats.org/officeDocument/2006/relationships/slide" Target="/ppt/slides/slide6.xml" Id="Rca882e7970ec40bc" /><Relationship Type="http://schemas.openxmlformats.org/officeDocument/2006/relationships/slide" Target="/ppt/slides/slide7.xml" Id="R4d3d1f12ea8b4d1f" /><Relationship Type="http://schemas.openxmlformats.org/officeDocument/2006/relationships/slide" Target="/ppt/slides/slide8.xml" Id="R490f672d342f44b1" /><Relationship Type="http://schemas.openxmlformats.org/officeDocument/2006/relationships/slide" Target="/ppt/slides/slide9.xml" Id="R60c29948cbdd43d9" /><Relationship Type="http://schemas.openxmlformats.org/officeDocument/2006/relationships/slide" Target="/ppt/slides/slide10.xml" Id="R2d056d40ad10469f" /><Relationship Type="http://schemas.openxmlformats.org/officeDocument/2006/relationships/slide" Target="/ppt/slides/slide11.xml" Id="R66edfec2ca134310" /><Relationship Type="http://schemas.openxmlformats.org/officeDocument/2006/relationships/slide" Target="/ppt/slides/slide12.xml" Id="R41e3b9dffe534814" /><Relationship Type="http://schemas.openxmlformats.org/officeDocument/2006/relationships/slide" Target="/ppt/slides/slide13.xml" Id="Rc9fbd6ad84334762" /><Relationship Type="http://schemas.openxmlformats.org/officeDocument/2006/relationships/slide" Target="/ppt/slides/slide14.xml" Id="R1073bcd850a7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00d23b28e1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7c93c29d7b4be8" /><Relationship Type="http://schemas.openxmlformats.org/officeDocument/2006/relationships/notesMaster" Target="/ppt/notesMasters/notesMaster1.xml" Id="R7a8a7d3b1d43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c132454e24dc9" /><Relationship Type="http://schemas.openxmlformats.org/officeDocument/2006/relationships/notesMaster" Target="/ppt/notesMasters/notesMaster1.xml" Id="R0739218d7c1c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3100cd24641ef" /><Relationship Type="http://schemas.openxmlformats.org/officeDocument/2006/relationships/notesMaster" Target="/ppt/notesMasters/notesMaster1.xml" Id="R9e37947891c6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f73178b344a6d" /><Relationship Type="http://schemas.openxmlformats.org/officeDocument/2006/relationships/notesMaster" Target="/ppt/notesMasters/notesMaster1.xml" Id="R3aad6d54fc60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46f441d3a4123" /><Relationship Type="http://schemas.openxmlformats.org/officeDocument/2006/relationships/notesMaster" Target="/ppt/notesMasters/notesMaster1.xml" Id="R9e4d57b2882a47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f275075448422c" /><Relationship Type="http://schemas.openxmlformats.org/officeDocument/2006/relationships/notesMaster" Target="/ppt/notesMasters/notesMaster1.xml" Id="Ra909ced03df54b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cb2067fe744dea" /><Relationship Type="http://schemas.openxmlformats.org/officeDocument/2006/relationships/notesMaster" Target="/ppt/notesMasters/notesMaster1.xml" Id="R896aa7e90682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6ed1c6d95b4549" /><Relationship Type="http://schemas.openxmlformats.org/officeDocument/2006/relationships/notesMaster" Target="/ppt/notesMasters/notesMaster1.xml" Id="R83b04648318c4d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d19032ed9b40cc" /><Relationship Type="http://schemas.openxmlformats.org/officeDocument/2006/relationships/notesMaster" Target="/ppt/notesMasters/notesMaster1.xml" Id="R1543700ed26e4b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053d48f66c4e90" /><Relationship Type="http://schemas.openxmlformats.org/officeDocument/2006/relationships/notesMaster" Target="/ppt/notesMasters/notesMaster1.xml" Id="Re2fe623c311a45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40dda24ee74ac0" /><Relationship Type="http://schemas.openxmlformats.org/officeDocument/2006/relationships/notesMaster" Target="/ppt/notesMasters/notesMaster1.xml" Id="R5febd07ede7f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6b7994b9284c9a" /><Relationship Type="http://schemas.openxmlformats.org/officeDocument/2006/relationships/notesMaster" Target="/ppt/notesMasters/notesMaster1.xml" Id="R6b0da0178e5146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e3cccba55642d9" /><Relationship Type="http://schemas.openxmlformats.org/officeDocument/2006/relationships/notesMaster" Target="/ppt/notesMasters/notesMaster1.xml" Id="R3e4a863e81b347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b04dacf9fe4f32" /><Relationship Type="http://schemas.openxmlformats.org/officeDocument/2006/relationships/notesMaster" Target="/ppt/notesMasters/notesMaster1.xml" Id="Ra7775bfa3497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：A与B是两个不同的首步（烧开水 / 取冷水），E是两边共有的同一个动作（冲入咖啡粉）。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删失：原始归档results/factorial.json中first90=-1（从未达标）共40次，全部落在Y00（30/720）与Y01（10/720），Y10/Y11/QRM为0。页面中位数按达标者计；Y00若把-1记作预算200000，中位为41000而非38500。该丢弃使Y00/Y01显得偏好，因此本页对比是保守的。另：报告曾给出样本复杂度主效应路由6.39x、复用5.34x，本次未能从归档复现（把-1记作预算得9.03x/4.50x），故本页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df504ee00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5f1d82e6554bfd" /><Relationship Type="http://schemas.openxmlformats.org/officeDocument/2006/relationships/slideLayout" Target="/ppt/slideLayouts/slideLayout1.xml" Id="Rd23eb29f0fe1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eb29f0fe1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9e30c27d541f5" /><Relationship Type="http://schemas.openxmlformats.org/officeDocument/2006/relationships/notesSlide" Target="/ppt/notesSlides/notesSlide1.xml" Id="R642b5cd62af5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6c045c5eb4979" /><Relationship Type="http://schemas.openxmlformats.org/officeDocument/2006/relationships/chart" Target="/ppt/slides/charts/chart1.xml" Id="Rd890172bafec4af1" /><Relationship Type="http://schemas.openxmlformats.org/officeDocument/2006/relationships/chart" Target="/ppt/slides/charts/chart2.xml" Id="Raa687a27a3b04382" /><Relationship Type="http://schemas.openxmlformats.org/officeDocument/2006/relationships/notesSlide" Target="/ppt/notesSlides/notesSlide2.xml" Id="Re5987277b52a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7baa4e0d24b2d" /><Relationship Type="http://schemas.openxmlformats.org/officeDocument/2006/relationships/notesSlide" Target="/ppt/notesSlides/notesSlide3.xml" Id="Rbeef164afe5d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356b6c824096" /><Relationship Type="http://schemas.openxmlformats.org/officeDocument/2006/relationships/notesSlide" Target="/ppt/notesSlides/notesSlide4.xml" Id="Rce33bc1b5517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4f48647c341ba" /><Relationship Type="http://schemas.openxmlformats.org/officeDocument/2006/relationships/notesSlide" Target="/ppt/notesSlides/notesSlide5.xml" Id="R3006c6edafe8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8cd4b553c43f9" /><Relationship Type="http://schemas.openxmlformats.org/officeDocument/2006/relationships/notesSlide" Target="/ppt/notesSlides/notesSlide6.xml" Id="Rf29519c76a2c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2071861a4b2c" /><Relationship Type="http://schemas.openxmlformats.org/officeDocument/2006/relationships/chart" Target="/ppt/slides/charts/chart3.xml" Id="Raa76231079bc4c9d" /><Relationship Type="http://schemas.openxmlformats.org/officeDocument/2006/relationships/notesSlide" Target="/ppt/notesSlides/notesSlide7.xml" Id="R70aaf0823da843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be151de574e30" /><Relationship Type="http://schemas.openxmlformats.org/officeDocument/2006/relationships/notesSlide" Target="/ppt/notesSlides/notesSlide8.xml" Id="R9e9ef4dc09ac40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516ecb815499f" /><Relationship Type="http://schemas.openxmlformats.org/officeDocument/2006/relationships/chart" Target="/ppt/slides/charts/chart4.xml" Id="R066ffc137a834f2a" /><Relationship Type="http://schemas.openxmlformats.org/officeDocument/2006/relationships/chart" Target="/ppt/slides/charts/chart5.xml" Id="R1bce309cd2d54a6c" /><Relationship Type="http://schemas.openxmlformats.org/officeDocument/2006/relationships/chart" Target="/ppt/slides/charts/chart6.xml" Id="R1ed21c3c346f4263" /><Relationship Type="http://schemas.openxmlformats.org/officeDocument/2006/relationships/notesSlide" Target="/ppt/notesSlides/notesSlide9.xml" Id="Rf9b41ba65ce244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22fe3308a4615" /><Relationship Type="http://schemas.openxmlformats.org/officeDocument/2006/relationships/chart" Target="/ppt/slides/charts/chart7.xml" Id="R59f33664a3654196" /><Relationship Type="http://schemas.openxmlformats.org/officeDocument/2006/relationships/notesSlide" Target="/ppt/notesSlides/notesSlide10.xml" Id="R7dee2c50cce34d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cca6dd66f4675" /><Relationship Type="http://schemas.openxmlformats.org/officeDocument/2006/relationships/chart" Target="/ppt/slides/charts/chart8.xml" Id="Rf1107a2b1a8c454a" /><Relationship Type="http://schemas.openxmlformats.org/officeDocument/2006/relationships/notesSlide" Target="/ppt/notesSlides/notesSlide11.xml" Id="Rc2d1c042d68b44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fa1d1afcf494f" /><Relationship Type="http://schemas.openxmlformats.org/officeDocument/2006/relationships/chart" Target="/ppt/slides/charts/chart9.xml" Id="Rde8c86dc78bf4063" /><Relationship Type="http://schemas.openxmlformats.org/officeDocument/2006/relationships/notesSlide" Target="/ppt/notesSlides/notesSlide12.xml" Id="R3be80e09b60744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35e83b5064818" /><Relationship Type="http://schemas.openxmlformats.org/officeDocument/2006/relationships/chart" Target="/ppt/slides/charts/chart10.xml" Id="R9a79861cf5124fad" /><Relationship Type="http://schemas.openxmlformats.org/officeDocument/2006/relationships/notesSlide" Target="/ppt/notesSlides/notesSlide13.xml" Id="Rf832c140823d4e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7c1d9facf46b3" /><Relationship Type="http://schemas.openxmlformats.org/officeDocument/2006/relationships/notesSlide" Target="/ppt/notesSlides/notesSlide14.xml" Id="R77578b40f78c4b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6F143C1F-9CFB-46F7-97E4-2982ABEE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8D0A17-5E8B-4541-9FC9-DD537B6D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78A9142-B946-4106-8272-8710B51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F45E1-EB7B-4E28-B5E7-2D49751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C3C80-6DA6-48D6-AD30-75390BF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07737-323C-4A71-A2B6-85C7206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BF860-4090-4331-844F-CCDBC1D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BEF80-C81F-4DA7-934E-E32F193D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CD6DA-0294-4CF0-8F9E-381057A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1FD85-D658-4E3A-AE6E-34E74C5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E9E1F-68FD-4CAE-A02E-DD634C0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D00A0-60A7-4B7F-9B2E-D182A60F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77B06-66E1-43B4-A7F6-E118F547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AF854-A2BA-4538-BED9-59FF5E7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5CF80-3A2B-46CB-93D1-3E2FDA2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89411-7768-4834-B552-72FCE44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5FF44-EAEB-4820-8A6B-9ABDC24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ED118-D84E-4777-B9F0-46C73A6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1E92A-19CE-418D-B2AB-4938205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7FB0F-D74F-46CA-89A6-A854242C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BE35E-B46F-45AB-9845-9BAE597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BB1BC-9664-49FC-B0FC-473D2ABB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320A0-9C6B-4A9D-9C37-D7B0FCF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C67EF-E3F2-440A-834A-D77D3AA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4224C-1D60-45F5-B018-6E55D154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7DA54-1F49-4105-A556-B9BB372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2338C-E578-47A8-868C-D182CBBF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80D889-A5E9-4161-AD45-9774715A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C48AE-F282-448F-9D52-BEFB2256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DA479-0D7E-43AE-8454-0FA631F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7991A-DF80-4290-BC95-F8C37BE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C9278A-3B3F-4F94-BCE6-F79E5315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5EBE8-A246-483D-8D61-AA2D2BA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09BF3-6473-4358-8E5C-BE61CD2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AA2ED-65F8-4016-8B50-098D46A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C13CDE-E665-40A9-AF10-59EFFC2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5886EE-FF6A-4E0F-9349-EAB616B8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5C20A-41B3-488B-A4D2-7DA1B88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03E627-7EC8-42A3-B5CE-599C753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BDA8C8B5-913C-40B9-8219-FB33392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5D6460B7-DE00-45E8-A86E-9807369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0F751C36-E512-46EB-88A4-D08BB194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EDFCE283-5A4B-400B-ADEB-DFFAE12E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141B2BBD-B769-436B-864D-D6F40A5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99DA534A-542B-4769-AFAE-80B68DFF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73844D-043D-47D9-B9A0-B43C93FB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7A390-D7BC-4E24-822B-38F76B9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E683FA-95EC-4550-8429-711FF44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6E8823-6BDB-43BB-96EE-2854B3E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5C91FF19-2568-4BEB-A182-AEAD408A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351F960D-4892-4950-AAB1-96A8BC0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767347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7C5C263D-EF85-446C-BBB7-01007F6C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DFDF7432-9985-4075-899E-3BE90847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4A7987AB-4125-45BF-8CB4-A268EC7F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D2B2C525-4360-47CE-B7DB-AB2EC295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87600CFA-E776-451B-BDF4-F66AD1D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90172bafec4af1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687a27a3b04382"/>
          </a:graphicData>
        </a:graphic>
      </p:graphicFrame>
    </p:spTree>
    <p:extLst>
      <p:ext uri="{BB962C8B-B14F-4D97-AF65-F5344CB8AC3E}">
        <p14:creationId xmlns:p14="http://schemas.microsoft.com/office/powerpoint/2010/main" val="2028730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DD9BBDC4-96ED-40E9-8809-0D328B6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13CDCF3C-4A4C-4FE2-9435-16A9CF8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3D931892-57EB-4E42-928F-98D7232F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E58B33B6-D03D-45A0-A398-C1D7254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7C15E862-DE47-47AD-B041-9BEBFC31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E8EE7D1F-A6DC-4A58-BE87-8EE44FB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7B0C4-172B-4E5B-A169-EE18819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BCFC61A6-B49D-4B39-8515-1BA963C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ACB8D4E8-FEA2-49BA-A894-6F1FD377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3E02F-FB5A-4353-8AB3-26A78C6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8A7AA752-4EC6-490F-81AC-7C59B4F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42195F0F-0303-4644-ADBE-2E011A8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219BE-B9B7-46EF-B907-775C9398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8A375E90-DF48-4DF8-B8E0-1AF23B4E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B0650153-B379-4AF2-8353-1B7D788E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7B12D-C0AB-4719-91DD-1DDA1C20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0360DA7E-E5FD-4969-B247-00E6C2F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FCF12915-7BBB-4681-B88C-A4F2C95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2A4BB4AC-24B4-43D7-8D29-AF7F734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C4C59-1B72-47F6-A957-437EBA01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89C79-80BF-4583-A4FE-5B3D9EB5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C5731-D3D8-4A97-A8E2-9185798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91FDF-99D0-4A6B-9CBD-3D19025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8D53040D-004D-4908-9AE2-E34EFA7B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481EE072-5A4B-4993-B02B-F13B96B4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977F9644-F970-4F0A-90D8-526F6F0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70976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D66A81B9-906A-4F1E-8B8A-1A028A6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1E83F303-D4AA-4309-BE38-40B01B1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步）、刚完成的动作也相同（都是冲粉），但下一步完全不同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B9E4D421-8853-4750-A609-6EF0AC2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D1D7BCCD-5E62-4140-9AC3-BE5BB19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1E686C87-95E8-49F3-9847-3136D0D2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8F973094-A12A-4272-82B6-4E75AF5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ED9F1-ADC7-4777-A34F-22752C3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421FB-6DAA-4890-A495-6F8F7C1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9F1E-5E8C-4FC9-8DD6-6E9DB98A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E4EAF-DA51-4AD9-A0E5-5D412A6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FA31-DF4F-48EC-9F6A-23E9F39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AF269-70F6-4A36-A9FA-F7D865A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22578849-63D7-4BA1-8930-841118A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E08DA5E9-5A0B-4063-9EED-8BB3247B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FC3EBE9A-E0AA-420C-B843-95B3680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5C565E3F-70EB-4237-919F-B1293D6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先烧开水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CC4D29E8-BEB4-48EC-BD87-95283D6C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861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3CA67D17-F057-4592-94F6-AE1EB5F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3 分钟后过滤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F6DFE8C6-0CD4-452C-BDFF-BCF851A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先取冷水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37CA5A39-C100-4C55-8636-41FDE56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05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23BC94EB-510B-420D-A8F6-E8F0D2F4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054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冷藏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79F8ACEA-C6EB-4136-8018-D8D8CF26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150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同一个「冲粉」动作，之前不同，之后就完全不同</a:t>
            </a:r>
          </a:p>
        </p:txBody>
      </p:sp>
    </p:spTree>
    <p:extLst>
      <p:ext uri="{BB962C8B-B14F-4D97-AF65-F5344CB8AC3E}">
        <p14:creationId xmlns:p14="http://schemas.microsoft.com/office/powerpoint/2010/main" val="1398195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1FF3E591-6175-4ED5-BD64-1E61930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B78AC2B3-383B-4B24-A4E6-C75091C6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F9E8279C-0471-45AB-BCF7-6552027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366784A7-E9E3-46A9-B7D7-BD7642A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D0E83-1DCD-4156-AECE-9047BF4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18A0-4551-40DE-AEA9-31C3009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52A8A-9C72-49DE-9E07-04D78D29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640A3-7A76-4B04-8F96-171CA49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E0EF0-810E-48C6-9370-519BB62C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F6DD3-90A1-4AEC-A690-67EAACE4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42340-EF79-4576-B39E-EEF1CED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BF3D2AF3-3301-4880-9BC7-1A615A2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C80E3643-E48A-4ED2-B5AF-E45AE8C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D1CC13BE-4A3C-43B5-8994-329A686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FCD38-DC5F-43D4-82CE-CA841C1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93BC7879-45A8-4770-A3FB-E59F05A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3560A5CF-A280-42D0-92AE-81CF1451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994E50C2-26A9-4058-BB89-23D3C1F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95086E0A-B0CF-4018-BF04-A0F9BF02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EA6EAA10-0C69-4764-89B5-7E7BAE43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969350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8D85D467-ACD5-4347-99D6-6EC27250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A2A0EAD4-8825-4C11-9C3A-D41A8C86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咖啡：磨豆、称粉、拿杯子谁先谁后都行 —— 这些历史可以合并；水是热是冷必须分开记 —— 这些不能合并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F5BE3700-6594-4827-96D4-AC95610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89542492-7A43-424D-9B84-973CC2F4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59E18EB4-460C-4C12-A485-6B98A27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754D9882-A21A-412E-B857-39879BE2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E64CC-708A-421F-8951-2D52F917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D7181-D03A-4D11-B40A-E1FE0AB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CDC74-C406-40F8-B313-4FC7C16C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ADC0D-6634-46ED-B7B0-A1B1E54A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68305-C1A0-47EC-98E7-F63EC4BC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930CF-A9C1-429C-A3C8-81E9006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A01CD-8522-4A2F-AE91-8DD5B2A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92B25-FA06-4ABE-9D47-373BC3A4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3DDE0-8D3C-405D-8F8E-B9318A80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4C738-2633-40E2-B9DD-DF103C89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375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24DE7BF7-F660-4569-9F3A-4247638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A72C8372-C75C-470C-B109-D25888ED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721ED78A-7EC4-4FBD-88F8-189EC65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76231079bc4c9d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96260F45-1096-4232-B54B-E79A115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BCE5FC75-8A6B-4A02-9A45-153C35E3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8223C88A-BC97-4F07-B0FE-12F58CC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3DB968A6-FD47-48A1-8C93-054A96D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1851191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5AE506BC-C7D3-40D0-BDC1-1ED10DB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C5CBFFDC-A375-421A-AA8C-CE3FBDC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咖啡：两条历史现在都「刚冲完粉」，但一条 3 分钟后要过滤、一条要冷藏 12 小时 —— 现在合并，就是把冷萃的步骤用到热泡上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3B303DFA-0042-4B1D-8938-4EEFADC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6D18FCFF-E9DF-4F2F-AD7C-2FD235D7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22A5ADC-DDE0-45FD-8A1B-6D58D83B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AFD0F-9E77-4660-B921-3ABDF49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9CBD-32B6-49C4-A38E-BB184A2E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9CE6-E2DD-434D-A95B-F5C4AAD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72BEED52-250C-4F90-A96F-F56A4174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574CCA8C-2DBB-40AB-B434-F00AC05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55A0DBEE-E15A-4260-8AC1-88664FD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E2FC8-FA06-4C82-8EB1-380729D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522BF-B0B2-4F47-B90D-D2B6112C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59801-4D15-41D7-BDBB-35A57C8A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F339A-7105-47F1-9921-5EA25A7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E4283-0E5E-4462-8CBE-8E53E84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3F98C-4725-4450-96E2-6A74E743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9612A4D3-0ADA-4946-BD1A-B1F458E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747565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0CF4E633-F274-43D8-A22E-EE79B6C5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75EC3E56-53DA-4CFB-BF8C-486D974F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8AF45CF5-9ED9-4B28-9312-F1385E8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32EB1327-6449-49A1-BF5F-2D85769B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8EF343C5-6C78-4927-9B36-C018822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0BDCB2BB-F1E8-4DEF-BE99-B13B9F0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6ffc137a834f2a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e309cd2d54a6c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21c3c346f4263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2B934134-60F6-4789-A947-792F033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745785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A99CB722-EC7A-44C0-88EC-70B4D207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9AA26A8B-72A4-4C91-9B24-917BDA9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74361DFE-8464-4130-A55E-A36C8A37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f33664a3654196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24C85412-164A-470F-ADED-EEAFAB7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21B68E02-7A4F-4914-9362-4254D73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247FF249-46C0-4A2B-9AFA-E5667FE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C4DE703D-C073-4410-91A0-CEEAF31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412118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0750966A-43CE-4B66-93C0-18F6482A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5727F2CC-30DB-4B51-A7A4-43B7979E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5D9AC203-15DC-4D23-AB21-60ECF701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79E186F0-4D94-48EB-A97A-9C255522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BE19D0E0-7BF6-41A5-9CC1-8769B06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20EC4-3CD3-486B-80DE-468CB5A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30BE2-EAC0-4CC6-A4E6-69A2200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DDB7C-9C90-437C-B136-4F47E78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5FC4E-70F0-4C14-B933-B4B2FD5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F04AB-3A5D-4AB5-8B26-F0AC3CE1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D9E91743-B118-42FF-BE0E-4F57412D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B2C3BFD6-A93E-4E3A-9740-EBBC7E0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107a2b1a8c454a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833F2181-1FEF-4977-9E72-F4F46A1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8105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500EC131-041A-42ED-9F61-D7C118A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3D88DCDB-F42D-4201-B471-CC956B9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71F76102-05DC-45DB-9127-1795C5D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B5034079-1797-45AA-A281-DE148FF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F95D1F0D-7B44-41D8-A9FC-4BD9B7A0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60D709CC-E008-48A3-90FE-D513AC2D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B0046A46-4EE7-42D3-81AF-A9333913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63A93-AA33-4EB8-84E7-6B90D996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E3FF7E07-8AA0-4773-BF78-95A0939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FCEE0866-A236-4BF4-9625-68FBC726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584FE223-F88A-4CB0-890B-88CC2200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FCC37-B3B7-4392-AF23-4A1D0D4A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7B5194F5-897B-4E2A-A1C9-5AFCBDB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A98025C1-9C43-44F4-B350-724D4BBB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FFC41A04-590F-4BA9-9205-75D733B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E6071-290F-45E8-8959-DB527513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4AF92E83-C9EA-47A8-8895-AF88E27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E55E3E44-1EC0-421A-B248-48A680F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AC64CF67-ADBE-43B3-9731-F8BEA43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B7018-D445-4DDA-8AE6-4548BB70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88457D10-8BCC-445F-A34F-622FEA7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314545EA-BD68-4629-B338-5F8730E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67AC9C65-F6E2-438F-835F-466E381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810695EF-FD8A-4144-8F35-ED2D1A23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8c86dc78bf4063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B74E9EE3-CA87-46F7-94A5-64C5A28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28">
            <a:extLst xmlns:a="http://schemas.openxmlformats.org/drawingml/2006/main">
              <a:ext uri="{FF2B5EF4-FFF2-40B4-BE49-F238E27FC236}">
                <a16:creationId xmlns:a16="http://schemas.microsoft.com/office/drawing/2014/main" id="{927D3D19-C5FE-4D30-B2C3-1C29277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742501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EE2BE469-264B-4217-8407-E589F15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938D0AEA-12A1-47B4-AF84-3AD1614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799D02BE-C11A-486C-827E-B9E166F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79861cf5124fa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8593-DEB3-47F7-8691-CD2C7E5C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B322B0C3-4705-4A9B-841A-4540A1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B7D9DEF9-C1F9-4713-AF28-30499416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6569848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4">
            <a:extLst xmlns:a="http://schemas.openxmlformats.org/drawingml/2006/main">
              <a:ext uri="{FF2B5EF4-FFF2-40B4-BE49-F238E27FC236}">
                <a16:creationId xmlns:a16="http://schemas.microsoft.com/office/drawing/2014/main" id="{1BA9C929-CF50-4933-AE44-2A6E556A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912BC979-798E-41A8-BEA0-9A2F0DB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438FE3C6-C8BE-425E-AA79-EB1C0278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7E6652E6-4A5A-4BFE-BB1D-14BCDF9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8">
            <a:extLst xmlns:a="http://schemas.openxmlformats.org/drawingml/2006/main">
              <a:ext uri="{FF2B5EF4-FFF2-40B4-BE49-F238E27FC236}">
                <a16:creationId xmlns:a16="http://schemas.microsoft.com/office/drawing/2014/main" id="{5763E705-6BE6-41AE-A7E2-9CFFF75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BDE9375D-F42F-4C4E-B791-283700E0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40">
            <a:extLst xmlns:a="http://schemas.openxmlformats.org/drawingml/2006/main">
              <a:ext uri="{FF2B5EF4-FFF2-40B4-BE49-F238E27FC236}">
                <a16:creationId xmlns:a16="http://schemas.microsoft.com/office/drawing/2014/main" id="{9FF104BA-746C-42A2-9C25-43E0F3C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350EA-29F0-4596-939B-91188CD3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BF6AB-063C-4D25-B331-7CFE9E0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63CA8-3314-4EE4-A6FD-DA5A426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EE449-E735-4143-BA88-FC0F1202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1">
            <a:extLst xmlns:a="http://schemas.openxmlformats.org/drawingml/2006/main">
              <a:ext uri="{FF2B5EF4-FFF2-40B4-BE49-F238E27FC236}">
                <a16:creationId xmlns:a16="http://schemas.microsoft.com/office/drawing/2014/main" id="{590B6589-455E-4E9B-A2A5-F27E2905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4F976838-DBFE-4DB5-B12E-AD92AEC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927893DA-F899-41AD-A8EE-29E83D24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C9A2E-5166-4DDC-A93D-886A30B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07447-F276-4FF6-9BF6-A700960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F6A21-23CA-485F-89F6-28F4AFBE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30A8F-D78C-4EEB-BB43-573C7311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4">
            <a:extLst xmlns:a="http://schemas.openxmlformats.org/drawingml/2006/main">
              <a:ext uri="{FF2B5EF4-FFF2-40B4-BE49-F238E27FC236}">
                <a16:creationId xmlns:a16="http://schemas.microsoft.com/office/drawing/2014/main" id="{9567C982-4DD1-432D-B1BF-F75FCA76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5">
            <a:extLst xmlns:a="http://schemas.openxmlformats.org/drawingml/2006/main">
              <a:ext uri="{FF2B5EF4-FFF2-40B4-BE49-F238E27FC236}">
                <a16:creationId xmlns:a16="http://schemas.microsoft.com/office/drawing/2014/main" id="{CEF5ED51-9E47-429A-8533-9BC7AE4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6">
            <a:extLst xmlns:a="http://schemas.openxmlformats.org/drawingml/2006/main">
              <a:ext uri="{FF2B5EF4-FFF2-40B4-BE49-F238E27FC236}">
                <a16:creationId xmlns:a16="http://schemas.microsoft.com/office/drawing/2014/main" id="{92E2A838-338C-4E66-B871-1D270677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EA5AF-7782-4E1E-9ACE-EE8910D8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D7068-505F-4F0E-A2AC-35AAAF08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2C2F0-C044-4924-A823-21C2BAD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109631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2026-09-16T04:44:47.0120000Z</dcterms:created>
  <dcterms:modified xsi:type="dcterms:W3CDTF">2026-09-16T04:44:47.0120000Z</dcterms:modified>
</coreProperties>
</file>