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2.xml" ContentType="application/vnd.openxmlformats-officedocument.drawingml.chart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a77c8c94524588" /><Relationship Type="http://schemas.openxmlformats.org/officeDocument/2006/relationships/extended-properties" Target="/docProps/app.xml" Id="R659ef04e59d24dca" /><Relationship Type="http://schemas.openxmlformats.org/officeDocument/2006/relationships/officeDocument" Target="/ppt/presentation.xml" Id="Re43ec5b3acbc42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46a2819cb4452f"/>
  </p:sldMasterIdLst>
  <p:notesMasterIdLst>
    <p:notesMasterId xmlns:r="http://schemas.openxmlformats.org/officeDocument/2006/relationships" r:id="R7d27905f29a94983"/>
  </p:notesMasterIdLst>
  <p:sldIdLst>
    <p:sldId xmlns:r="http://schemas.openxmlformats.org/officeDocument/2006/relationships" id="256" r:id="Raa976ba10466453e"/>
    <p:sldId xmlns:r="http://schemas.openxmlformats.org/officeDocument/2006/relationships" id="257" r:id="R0309e5874d564d1d"/>
    <p:sldId xmlns:r="http://schemas.openxmlformats.org/officeDocument/2006/relationships" id="258" r:id="Rfd9991fb3ee5444a"/>
    <p:sldId xmlns:r="http://schemas.openxmlformats.org/officeDocument/2006/relationships" id="259" r:id="R46f9330d322b40f1"/>
    <p:sldId xmlns:r="http://schemas.openxmlformats.org/officeDocument/2006/relationships" id="260" r:id="R93cbc9525b2749d3"/>
    <p:sldId xmlns:r="http://schemas.openxmlformats.org/officeDocument/2006/relationships" id="261" r:id="Ref2d582fdcdf40ce"/>
    <p:sldId xmlns:r="http://schemas.openxmlformats.org/officeDocument/2006/relationships" id="262" r:id="R5899696a6e6045d8"/>
    <p:sldId xmlns:r="http://schemas.openxmlformats.org/officeDocument/2006/relationships" id="263" r:id="R67293a94ba264ef2"/>
    <p:sldId xmlns:r="http://schemas.openxmlformats.org/officeDocument/2006/relationships" id="264" r:id="Rcca100028f6843ee"/>
    <p:sldId xmlns:r="http://schemas.openxmlformats.org/officeDocument/2006/relationships" id="265" r:id="R2e91445f7fd54040"/>
    <p:sldId xmlns:r="http://schemas.openxmlformats.org/officeDocument/2006/relationships" id="266" r:id="R55c706d789af490d"/>
    <p:sldId xmlns:r="http://schemas.openxmlformats.org/officeDocument/2006/relationships" id="267" r:id="R2251a2ba55c34f33"/>
    <p:sldId xmlns:r="http://schemas.openxmlformats.org/officeDocument/2006/relationships" id="268" r:id="Rec64e7035e3d403d"/>
    <p:sldId xmlns:r="http://schemas.openxmlformats.org/officeDocument/2006/relationships" id="269" r:id="R53a7a42987de4dd3"/>
    <p:sldId xmlns:r="http://schemas.openxmlformats.org/officeDocument/2006/relationships" id="270" r:id="R17b8ac2044d548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2894f6c47a48e2" /><Relationship Type="http://schemas.openxmlformats.org/officeDocument/2006/relationships/slideMaster" Target="/ppt/slideMasters/slideMaster1.xml" Id="Rfe46a2819cb4452f" /><Relationship Type="http://schemas.openxmlformats.org/officeDocument/2006/relationships/notesMaster" Target="/ppt/notesMasters/notesMaster1.xml" Id="R7d27905f29a94983" /><Relationship Type="http://schemas.openxmlformats.org/officeDocument/2006/relationships/presProps" Target="/ppt/presProps.xml" Id="R1b0581f0e73843df" /><Relationship Type="http://schemas.openxmlformats.org/officeDocument/2006/relationships/tableStyles" Target="/ppt/tableStyles.xml" Id="R7ce79d95c9044d27" /><Relationship Type="http://schemas.openxmlformats.org/officeDocument/2006/relationships/slide" Target="/ppt/slides/slide1.xml" Id="Raa976ba10466453e" /><Relationship Type="http://schemas.openxmlformats.org/officeDocument/2006/relationships/slide" Target="/ppt/slides/slide2.xml" Id="R0309e5874d564d1d" /><Relationship Type="http://schemas.openxmlformats.org/officeDocument/2006/relationships/slide" Target="/ppt/slides/slide3.xml" Id="Rfd9991fb3ee5444a" /><Relationship Type="http://schemas.openxmlformats.org/officeDocument/2006/relationships/slide" Target="/ppt/slides/slide4.xml" Id="R46f9330d322b40f1" /><Relationship Type="http://schemas.openxmlformats.org/officeDocument/2006/relationships/slide" Target="/ppt/slides/slide5.xml" Id="R93cbc9525b2749d3" /><Relationship Type="http://schemas.openxmlformats.org/officeDocument/2006/relationships/slide" Target="/ppt/slides/slide6.xml" Id="Ref2d582fdcdf40ce" /><Relationship Type="http://schemas.openxmlformats.org/officeDocument/2006/relationships/slide" Target="/ppt/slides/slide7.xml" Id="R5899696a6e6045d8" /><Relationship Type="http://schemas.openxmlformats.org/officeDocument/2006/relationships/slide" Target="/ppt/slides/slide8.xml" Id="R67293a94ba264ef2" /><Relationship Type="http://schemas.openxmlformats.org/officeDocument/2006/relationships/slide" Target="/ppt/slides/slide9.xml" Id="Rcca100028f6843ee" /><Relationship Type="http://schemas.openxmlformats.org/officeDocument/2006/relationships/slide" Target="/ppt/slides/slide10.xml" Id="R2e91445f7fd54040" /><Relationship Type="http://schemas.openxmlformats.org/officeDocument/2006/relationships/slide" Target="/ppt/slides/slide11.xml" Id="R55c706d789af490d" /><Relationship Type="http://schemas.openxmlformats.org/officeDocument/2006/relationships/slide" Target="/ppt/slides/slide12.xml" Id="R2251a2ba55c34f33" /><Relationship Type="http://schemas.openxmlformats.org/officeDocument/2006/relationships/slide" Target="/ppt/slides/slide13.xml" Id="Rec64e7035e3d403d" /><Relationship Type="http://schemas.openxmlformats.org/officeDocument/2006/relationships/slide" Target="/ppt/slides/slide14.xml" Id="R53a7a42987de4dd3" /><Relationship Type="http://schemas.openxmlformats.org/officeDocument/2006/relationships/slide" Target="/ppt/slides/slide15.xml" Id="R17b8ac2044d548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755bcf38cb44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94b592c08e408c" /><Relationship Type="http://schemas.openxmlformats.org/officeDocument/2006/relationships/notesMaster" Target="/ppt/notesMasters/notesMaster1.xml" Id="R54a3fb7e795341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c7c82d73154598" /><Relationship Type="http://schemas.openxmlformats.org/officeDocument/2006/relationships/notesMaster" Target="/ppt/notesMasters/notesMaster1.xml" Id="R948b31e7f55440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5fa6966543479e" /><Relationship Type="http://schemas.openxmlformats.org/officeDocument/2006/relationships/notesMaster" Target="/ppt/notesMasters/notesMaster1.xml" Id="R6b1c9c0125d24e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b1dad9e0bf446f" /><Relationship Type="http://schemas.openxmlformats.org/officeDocument/2006/relationships/notesMaster" Target="/ppt/notesMasters/notesMaster1.xml" Id="R212f556adb254b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11ddd165d246a9" /><Relationship Type="http://schemas.openxmlformats.org/officeDocument/2006/relationships/notesMaster" Target="/ppt/notesMasters/notesMaster1.xml" Id="Rf2e59f57a7594e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2d841ceb0742da" /><Relationship Type="http://schemas.openxmlformats.org/officeDocument/2006/relationships/notesMaster" Target="/ppt/notesMasters/notesMaster1.xml" Id="R7a0efbf0792749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36327f4ac04511" /><Relationship Type="http://schemas.openxmlformats.org/officeDocument/2006/relationships/notesMaster" Target="/ppt/notesMasters/notesMaster1.xml" Id="R063af931ea394b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200d99029249ff" /><Relationship Type="http://schemas.openxmlformats.org/officeDocument/2006/relationships/notesMaster" Target="/ppt/notesMasters/notesMaster1.xml" Id="R4edccaab7f5b44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760faa7c2548e0" /><Relationship Type="http://schemas.openxmlformats.org/officeDocument/2006/relationships/notesMaster" Target="/ppt/notesMasters/notesMaster1.xml" Id="R91bfdf7fc00449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c27ac3525d49bd" /><Relationship Type="http://schemas.openxmlformats.org/officeDocument/2006/relationships/notesMaster" Target="/ppt/notesMasters/notesMaster1.xml" Id="Rdb2b6d4fc51643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ff7111d77744da" /><Relationship Type="http://schemas.openxmlformats.org/officeDocument/2006/relationships/notesMaster" Target="/ppt/notesMasters/notesMaster1.xml" Id="R81d5194035fb42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09be35274f401c" /><Relationship Type="http://schemas.openxmlformats.org/officeDocument/2006/relationships/notesMaster" Target="/ppt/notesMasters/notesMaster1.xml" Id="R7a3d2cdd3fdf4a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262d0abdd74c47" /><Relationship Type="http://schemas.openxmlformats.org/officeDocument/2006/relationships/notesMaster" Target="/ppt/notesMasters/notesMaster1.xml" Id="R7a36044563194a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d34ecfadd0462a" /><Relationship Type="http://schemas.openxmlformats.org/officeDocument/2006/relationships/notesMaster" Target="/ppt/notesMasters/notesMaster1.xml" Id="R97e5b93b1aa24a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5c3cf3900049a5" /><Relationship Type="http://schemas.openxmlformats.org/officeDocument/2006/relationships/notesMaster" Target="/ppt/notesMasters/notesMaster1.xml" Id="R105de4ac0a4d4b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节省几乎全部来自不再反复执行已知前缀，而不是探索本身变聪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：线性序列中进度次数已能表示当前阶段，一个「阶段到下一目标」的列表就足够，所以第一个正结果不能证明一般自动机学习的价值。右：A→E与B→E汇入同一物理位置，进度均为2、末事件均为E，但后继要求不同；两个E表示不同历史下的任务状态，不是两个物理位置。底行：前缀树与充分历史dictionary在匹配输入与随机数时逐动作一致，所以价值不来自图这种形式。咖啡只是同构直觉说明，不是实验中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真正要学的不是「记住流程」，而是「哪些历史可以共享未来经验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省下只计冗余部分（134/792），另有102次复用落在必要查询上，那不是节省而是替换。预注册判据在跑之前写定：查询节省&gt;=20%且错误共享约等于0，三项全不达标；把53次求解超时全判给Occam，节省上界23.6%仍不达标。在线k_min是8-12而真状态数是19-27，证据少时最小机器严重过度合并，这是离线97.6%精确率无法在线复现的全部原因。裁决正确率80.1%/77.3%见附录：它高于归属正确率，是因为大量错误归属碰巧给出相同裁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组全部是「任务规则已给定」，不涉及边学边建。左侧2x2：Y00两种机制都没有，Y01用学习型元控制器调用共享技能（有复用无路由），Y10真规则路由但技能按任务状态独立（有路由无复用），Y11两者都有。24族×30种子×5臂，预算200000步。原报告关于路由压倒性强于复用的AUC解释已在Step38撤回，因天花板影响；本页不作机制排序，完整AUC与first90见附录。右侧为Step38.5剂量扫描：昂贵导航，任务规则已给定，训练预算1000000环境步，达标率为预算内达到90%成功率的运行比例；该扫描逐种子原始数据后来确认遗失，不能重算区间。Step40新网格显示步费会改变QRM排序并使风险交互缩小，不能视为协议不变的效应大小。底行取自REPORT_STEP38_5第125-126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。不是贪心评估累计期望0.137/0.533/0.696。规则识别前准确率不足95%；识别后两臂在该实现中相同，因此T95没有分辨能力，该必然性只针对这个规则族、确定反馈、更新与阈值设置。主动任务早期调用技能改变到达后缀的行为，被动任务每幕独立给出排列，动作不影响下一份证据。不能据此断言所有边学边用收益都必须依赖主动取证，也不能用它否定第2页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主线到此结束。后面五页分别对应：反馈预算、前缀树与历史字典的等价、合并审计的完整口径、五臂完整数值、危险格完整剂量曲线。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160预算时最终仍&gt;=90%的只有127/144；本图量的是曾经达标，不是最终成功比例。控制器按历史节点读取局部证据，未启用合并。不能由最终树节点数推断必须完整结构才能使用：nodes字段记录的是历史前缀树大小而非压缩状态数，且在运行结束时输出；真正的压缩状态数classes未被归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因此自动机的价值不来自「画成图」这件事本身，而来自后面能不能合并等价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，其中冗余313次（39.5%）。k_min下被强制的合并236次：裁决错47次故裁决正确率80.1%，归属错140次故归属正确率40.7%，省下134/792=16.9%。k_min+1下复用22次：裁决错5、归属错8，省下14/792=1.8%。裁决正确率高于归属正确率，是因为大量错误归属碰巧给出相同裁决，这种运气撑不过下一个事件。另有102次复用落在必要查询上，是替换不是节省，未计入16.9%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中位数，AUC为成功率曲线面积。原报告关于路由压倒性强于复用的AUC解释已在Step38撤回，因天花板影响。删失：原始归档results/factorial.json中first90=-1共40次，全部落在Y00（30/720）与Y01（10/720），Y10/Y11/QRM为0；页面中位数按达标者计，Y00若把-1记作预算200000则中位为41000而非38500，该丢弃使Y00/Y01显得偏好，因此对比是保守的。报告曾给出样本复杂度主效应路由6.39x、复用5.34x，本次未能从归档复现（把-1记作预算得9.03x/4.50x），故不列该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，这里不声明几何难度完全不变。底行取自REPORT_STEP38_5第125-126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1d830836a47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2214651e7f4e61" /><Relationship Type="http://schemas.openxmlformats.org/officeDocument/2006/relationships/slideLayout" Target="/ppt/slideLayouts/slideLayout1.xml" Id="Rafa71278c74b41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a71278c74b41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f6975ffea40b1" /><Relationship Type="http://schemas.openxmlformats.org/officeDocument/2006/relationships/notesSlide" Target="/ppt/notesSlides/notesSlide1.xml" Id="R6bc23c67599841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58b6de7dd4ce6" /><Relationship Type="http://schemas.openxmlformats.org/officeDocument/2006/relationships/chart" Target="/ppt/slides/charts/chart1.xml" Id="R929e5bfe12db4b61" /><Relationship Type="http://schemas.openxmlformats.org/officeDocument/2006/relationships/chart" Target="/ppt/slides/charts/chart2.xml" Id="R7c64d87f2bed4667" /><Relationship Type="http://schemas.openxmlformats.org/officeDocument/2006/relationships/notesSlide" Target="/ppt/notesSlides/notesSlide2.xml" Id="R3034042ac43f4b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691d01c5c4157" /><Relationship Type="http://schemas.openxmlformats.org/officeDocument/2006/relationships/notesSlide" Target="/ppt/notesSlides/notesSlide3.xml" Id="R60a1253e6c3b48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8848ac1e64b6d" /><Relationship Type="http://schemas.openxmlformats.org/officeDocument/2006/relationships/notesSlide" Target="/ppt/notesSlides/notesSlide4.xml" Id="Rfcc472983c0c4e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ae7cf44774c48" /><Relationship Type="http://schemas.openxmlformats.org/officeDocument/2006/relationships/chart" Target="/ppt/slides/charts/chart3.xml" Id="R72945c05be714d12" /><Relationship Type="http://schemas.openxmlformats.org/officeDocument/2006/relationships/notesSlide" Target="/ppt/notesSlides/notesSlide5.xml" Id="R738bbd5d65f84d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3c4e3b8f64b9d" /><Relationship Type="http://schemas.openxmlformats.org/officeDocument/2006/relationships/chart" Target="/ppt/slides/charts/chart4.xml" Id="R3945180f943d417e" /><Relationship Type="http://schemas.openxmlformats.org/officeDocument/2006/relationships/notesSlide" Target="/ppt/notesSlides/notesSlide6.xml" Id="R7917952839ad44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0600136744b2e" /><Relationship Type="http://schemas.openxmlformats.org/officeDocument/2006/relationships/chart" Target="/ppt/slides/charts/chart5.xml" Id="Rce54cb3cf4474b59" /><Relationship Type="http://schemas.openxmlformats.org/officeDocument/2006/relationships/notesSlide" Target="/ppt/notesSlides/notesSlide7.xml" Id="R969737b4107341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7154b82f04ed2" /><Relationship Type="http://schemas.openxmlformats.org/officeDocument/2006/relationships/chart" Target="/ppt/slides/charts/chart6.xml" Id="R4ca2f6a67b0b4a8f" /><Relationship Type="http://schemas.openxmlformats.org/officeDocument/2006/relationships/notesSlide" Target="/ppt/notesSlides/notesSlide8.xml" Id="R017e8a85697d46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a41211c874532" /><Relationship Type="http://schemas.openxmlformats.org/officeDocument/2006/relationships/notesSlide" Target="/ppt/notesSlides/notesSlide9.xml" Id="R76188375c0e847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eb57f67f943b3" /><Relationship Type="http://schemas.openxmlformats.org/officeDocument/2006/relationships/notesSlide" Target="/ppt/notesSlides/notesSlide10.xml" Id="R0992bcec54624c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3c061e3024458" /><Relationship Type="http://schemas.openxmlformats.org/officeDocument/2006/relationships/chart" Target="/ppt/slides/charts/chart7.xml" Id="Rf8021bd9fc0349b4" /><Relationship Type="http://schemas.openxmlformats.org/officeDocument/2006/relationships/notesSlide" Target="/ppt/notesSlides/notesSlide11.xml" Id="Rf9dfa4b4e21f42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86a40e6534229" /><Relationship Type="http://schemas.openxmlformats.org/officeDocument/2006/relationships/notesSlide" Target="/ppt/notesSlides/notesSlide12.xml" Id="R446dd87827af49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1237acfe24ea3" /><Relationship Type="http://schemas.openxmlformats.org/officeDocument/2006/relationships/chart" Target="/ppt/slides/charts/chart8.xml" Id="R2a889c560c9d4cff" /><Relationship Type="http://schemas.openxmlformats.org/officeDocument/2006/relationships/chart" Target="/ppt/slides/charts/chart9.xml" Id="R111a389da9bc443b" /><Relationship Type="http://schemas.openxmlformats.org/officeDocument/2006/relationships/chart" Target="/ppt/slides/charts/chart10.xml" Id="Rbbc9eeec6e634864" /><Relationship Type="http://schemas.openxmlformats.org/officeDocument/2006/relationships/notesSlide" Target="/ppt/notesSlides/notesSlide13.xml" Id="Rd6ce3b978cb141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83ec0a91d4a0e" /><Relationship Type="http://schemas.openxmlformats.org/officeDocument/2006/relationships/chart" Target="/ppt/slides/charts/chart11.xml" Id="R79c419aa91fa472a" /><Relationship Type="http://schemas.openxmlformats.org/officeDocument/2006/relationships/notesSlide" Target="/ppt/notesSlides/notesSlide14.xml" Id="R95a42603e47b45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ab1784a1c4fd9" /><Relationship Type="http://schemas.openxmlformats.org/officeDocument/2006/relationships/chart" Target="/ppt/slides/charts/chart12.xml" Id="Rd51a606c4f284927" /><Relationship Type="http://schemas.openxmlformats.org/officeDocument/2006/relationships/notesSlide" Target="/ppt/notesSlides/notesSlide15.xml" Id="R847178b23ff5417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普通 replay</c:v>
                </c:pt>
                <c:pt idx="1">
                  <c:v>延迟使用</c:v>
                </c:pt>
                <c:pt idx="2">
                  <c:v>立即使用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18594</c:v>
                </c:pt>
                <c:pt idx="1">
                  <c:v>37938</c:v>
                </c:pt>
                <c:pt idx="2">
                  <c:v>6906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延迟</c:v>
                </c:pt>
                <c:pt idx="1">
                  <c:v>立即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33194</c:v>
                </c:pt>
                <c:pt idx="1">
                  <c:v>2566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6.05</c:v>
                </c:pt>
                <c:pt idx="1">
                  <c:v>5.89</c:v>
                </c:pt>
                <c:pt idx="2">
                  <c:v>6.1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状态归属正确率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Data'!$A$2:$A$3</c:f>
              <c:strCache>
                <c:ptCount val="2"/>
                <c:pt idx="0">
                  <c:v>k_min　判断更激进</c:v>
                </c:pt>
                <c:pt idx="1">
                  <c:v>k_min+1　判断更保守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ser>
          <c:idx val="1"/>
          <c:order val="1"/>
          <c:tx>
            <c:v>可省查询比例</c:v>
          </c:tx>
          <c:spPr>
            <a:solidFill xmlns:a="http://schemas.openxmlformats.org/drawingml/2006/main">
              <a:srgbClr val="C47A35"/>
            </a:solidFill>
          </c:spPr>
          <c:cat>
            <c:strRef>
              <c:f>'Chart Data'!$C$2:$C$3</c:f>
              <c:strCache>
                <c:ptCount val="2"/>
                <c:pt idx="0">
                  <c:v>k_min　判断更激进</c:v>
                </c:pt>
                <c:pt idx="1">
                  <c:v>k_min+1　判断更保守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Data'!$A$2:$A$4</c:f>
              <c:strCache>
                <c:ptCount val="3"/>
                <c:pt idx="0">
                  <c:v>3 个</c:v>
                </c:pt>
                <c:pt idx="1">
                  <c:v>4 个</c:v>
                </c:pt>
                <c:pt idx="2">
                  <c:v>5 个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0.123</c:v>
                </c:pt>
                <c:pt idx="1">
                  <c:v>0.453</c:v>
                </c:pt>
                <c:pt idx="2">
                  <c:v>0.635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160</c:v>
                </c:pt>
                <c:pt idx="3">
                  <c:v>320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0.006944444444</c:v>
                </c:pt>
                <c:pt idx="1">
                  <c:v>0.423611111111</c:v>
                </c:pt>
                <c:pt idx="2">
                  <c:v>0.909722222222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0.801</c:v>
                </c:pt>
                <c:pt idx="1">
                  <c:v>0.773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Y00</c:v>
                </c:pt>
                <c:pt idx="1">
                  <c:v>Y01</c:v>
                </c:pt>
                <c:pt idx="2">
                  <c:v>Y10</c:v>
                </c:pt>
                <c:pt idx="3">
                  <c:v>Y11</c:v>
                </c:pt>
                <c:pt idx="4">
                  <c:v>QRM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38500</c:v>
                </c:pt>
                <c:pt idx="1">
                  <c:v>4000</c:v>
                </c:pt>
                <c:pt idx="2">
                  <c:v>3750</c:v>
                </c:pt>
                <c:pt idx="3">
                  <c:v>1000</c:v>
                </c:pt>
                <c:pt idx="4">
                  <c:v>7000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ext-1">
            <a:extLst xmlns:a="http://schemas.openxmlformats.org/drawingml/2006/main">
              <a:ext uri="{FF2B5EF4-FFF2-40B4-BE49-F238E27FC236}">
                <a16:creationId xmlns:a16="http://schemas.microsoft.com/office/drawing/2014/main" id="{3C8661FA-B25E-4A08-9B7E-E1A98E76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2E0AADD-7716-4B2B-82AF-C475EA1E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智能体能识别事件，也能得到「这一步推进了吗」的反馈；但不知道正确顺序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C513AB5-8761-4D93-9788-DD53F989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CA24CA7-B5FE-4718-84B5-B7A91FBC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CF14B-7F5B-4ED8-B0C5-DFF5E645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5D1CF-EFD4-4828-9D6C-0ABE93C8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5AD19-D615-49B4-9757-BBE63D7B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39CB9-DC81-461F-B7FD-78B225BB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582C2-CF3A-473B-A028-A4B5F0C4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55D1B-56E4-45B7-AEB2-D22D1CDE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79D4E-7AD2-47AC-A4EB-5EB69F79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ACB04-1219-4BE9-B2B6-B9F2E0C6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00A3C-8803-44E0-93A5-BD0A6BE9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AD453-18CF-4D57-946D-1C0E95D7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B7DE4-E86A-4488-9A91-B8C8CD42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9EBC1-2493-4B80-85B3-0977B0B7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29ED17-05C9-44C3-8A6D-D2B81F13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6E4F3-819F-4057-BC00-9A1203C1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B8AF2-D190-4CF2-9D55-3DD41F83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48387-0E10-46FD-8614-D3DA5E15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97CA2-A536-4FCA-87D8-5354039F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4D66E0-AFF4-4960-A020-7EF19E67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74AB3-72A4-408D-9902-2E01A6B7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4A6C45-4347-458B-9B20-3AA5F10A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F7BDA8-D0B2-4533-9700-54D04D64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53698-4E10-4588-8657-D8BE7331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4197D1-979D-435F-BE7E-9CD8883A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3E722D-46DD-456A-80B4-1C9111B8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8F8409-555E-41C8-96E9-9D1B75F4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63724E-9328-475C-8A47-1718429A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E61498-9584-4595-BE2A-BD73C84A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C32300-21D1-426D-A2AD-1B0D194B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2B513F-5D5F-46C9-8FE8-E45D137C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4D7FAC-DBD0-4D63-AEA8-1A61B161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4D865C-0EC5-40F9-BAB2-335D7F2C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3FF206-9BC9-429D-9ED8-FCDA272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FA5115-D456-4008-8BC3-A62531F3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1AFDA0-9F34-42C7-AEDE-266D0CD5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C37AAE-5235-4350-867F-AC6AC2B6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8E2186-1D47-492C-9F92-B80E401F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8B75EB51-2CFD-41A8-B390-6D162A04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1751D7CC-EF2C-4719-AA11-061DB496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B73EF985-5A20-4F61-8173-F840CC64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3234C53F-7C2C-4D2B-927A-AB77210D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99E7B7FB-B24C-4D88-AADC-7C484827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6" name="text-10">
            <a:extLst xmlns:a="http://schemas.openxmlformats.org/drawingml/2006/main">
              <a:ext uri="{FF2B5EF4-FFF2-40B4-BE49-F238E27FC236}">
                <a16:creationId xmlns:a16="http://schemas.microsoft.com/office/drawing/2014/main" id="{A0782F34-3DF5-4180-9271-A47E4501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D22B1F-6478-4A5D-9B15-27B2C6F0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8C322C-ABEC-47C6-A8A0-6E340617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DB8019-66D9-471F-BA40-BE43BAA2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D48D58-422E-45D8-AE79-AF308565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7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50" idx="1"/>
            <a:endCxn xmlns:a="http://schemas.openxmlformats.org/drawingml/2006/main" id="49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49" idx="0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AD15E26F-C5CB-43A4-86EB-99E2130E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6" name="text-12">
            <a:extLst xmlns:a="http://schemas.openxmlformats.org/drawingml/2006/main">
              <a:ext uri="{FF2B5EF4-FFF2-40B4-BE49-F238E27FC236}">
                <a16:creationId xmlns:a16="http://schemas.microsoft.com/office/drawing/2014/main" id="{4F47BBFA-B06D-451F-916A-AA540765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12146783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17A00EEB-3DAE-4D91-A37A-8605A686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边发现边使用：第一个闭环结果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62B4D514-4901-44A7-AA36-0A500AF7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个种子；立即与延迟是同配置的时机对照，普通 replay 探索率不同，仅作参考基线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67A87620-95CD-4900-A7B1-BDC9EDCE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6">
            <a:extLst xmlns:a="http://schemas.openxmlformats.org/drawingml/2006/main">
              <a:ext uri="{FF2B5EF4-FFF2-40B4-BE49-F238E27FC236}">
                <a16:creationId xmlns:a16="http://schemas.microsoft.com/office/drawing/2014/main" id="{00BBF770-5849-40EE-8938-647288F3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7">
            <a:extLst xmlns:a="http://schemas.openxmlformats.org/drawingml/2006/main">
              <a:ext uri="{FF2B5EF4-FFF2-40B4-BE49-F238E27FC236}">
                <a16:creationId xmlns:a16="http://schemas.microsoft.com/office/drawing/2014/main" id="{4862E462-952B-4B90-964C-CB3D9FB7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9e5bfe12db4b61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64d87f2bed4667"/>
          </a:graphicData>
        </a:graphic>
      </p:graphicFrame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EDAFE4D9-8637-4D3C-8F51-3D9105E1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省下来的几乎全是「重走已知前缀」的路费，不是探索本身变聪明</a:t>
            </a:r>
          </a:p>
        </p:txBody>
      </p:sp>
    </p:spTree>
    <p:extLst>
      <p:ext uri="{BB962C8B-B14F-4D97-AF65-F5344CB8AC3E}">
        <p14:creationId xmlns:p14="http://schemas.microsoft.com/office/powerpoint/2010/main" val="1484336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9">
            <a:extLst xmlns:a="http://schemas.openxmlformats.org/drawingml/2006/main">
              <a:ext uri="{FF2B5EF4-FFF2-40B4-BE49-F238E27FC236}">
                <a16:creationId xmlns:a16="http://schemas.microsoft.com/office/drawing/2014/main" id="{5F36611E-02B2-4A72-9A40-8BC91233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线性任务够用，分支任务不够</a:t>
            </a:r>
          </a:p>
        </p:txBody>
      </p:sp>
      <p:sp>
        <p:nvSpPr>
          <p:cNvPr id="2" name="text-20">
            <a:extLst xmlns:a="http://schemas.openxmlformats.org/drawingml/2006/main">
              <a:ext uri="{FF2B5EF4-FFF2-40B4-BE49-F238E27FC236}">
                <a16:creationId xmlns:a16="http://schemas.microsoft.com/office/drawing/2014/main" id="{57BE804B-F5A7-4306-864B-A626DB0D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咖啡：先烧开水 → 冲粉 → 3 分钟过滤（热泡）；先取冷水 → 冲粉 → 冷藏 12 小时（冷萃）—— 同一个冲粉动作，之前不同，之后就完全不同</a:t>
            </a:r>
          </a:p>
        </p:txBody>
      </p:sp>
      <p:sp>
        <p:nvSpPr>
          <p:cNvPr id="3" name="text-21">
            <a:extLst xmlns:a="http://schemas.openxmlformats.org/drawingml/2006/main">
              <a:ext uri="{FF2B5EF4-FFF2-40B4-BE49-F238E27FC236}">
                <a16:creationId xmlns:a16="http://schemas.microsoft.com/office/drawing/2014/main" id="{DFAF0A79-C265-495F-8A46-67D2210E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8E19C-7AE7-483D-B078-CC7C502C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19200"/>
            <a:ext cx="0" cy="445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F3ABC9B7-8142-421C-901D-DA7D8963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线性任务：进度就够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73A860A7-CB69-426A-9355-2C24F4DE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7" name="text-24">
            <a:extLst xmlns:a="http://schemas.openxmlformats.org/drawingml/2006/main">
              <a:ext uri="{FF2B5EF4-FFF2-40B4-BE49-F238E27FC236}">
                <a16:creationId xmlns:a16="http://schemas.microsoft.com/office/drawing/2014/main" id="{BFA35567-6B59-47EF-B7D2-8A68BFA6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C9FC1-EC52-4935-A2FE-565C13F5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25">
            <a:extLst xmlns:a="http://schemas.openxmlformats.org/drawingml/2006/main">
              <a:ext uri="{FF2B5EF4-FFF2-40B4-BE49-F238E27FC236}">
                <a16:creationId xmlns:a16="http://schemas.microsoft.com/office/drawing/2014/main" id="{8229C02C-22F8-4B40-94F7-51E19C66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10" name="text-26">
            <a:extLst xmlns:a="http://schemas.openxmlformats.org/drawingml/2006/main">
              <a:ext uri="{FF2B5EF4-FFF2-40B4-BE49-F238E27FC236}">
                <a16:creationId xmlns:a16="http://schemas.microsoft.com/office/drawing/2014/main" id="{E3439115-DA44-4209-AEDC-AC03E7EF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384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1" name="text-27">
            <a:extLst xmlns:a="http://schemas.openxmlformats.org/drawingml/2006/main">
              <a:ext uri="{FF2B5EF4-FFF2-40B4-BE49-F238E27FC236}">
                <a16:creationId xmlns:a16="http://schemas.microsoft.com/office/drawing/2014/main" id="{29D11A29-297A-4962-9854-2AFCEBDF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8">
            <a:extLst xmlns:a="http://schemas.openxmlformats.org/drawingml/2006/main">
              <a:ext uri="{FF2B5EF4-FFF2-40B4-BE49-F238E27FC236}">
                <a16:creationId xmlns:a16="http://schemas.microsoft.com/office/drawing/2014/main" id="{98AF1A50-2931-4631-9265-905C024A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text-29">
            <a:extLst xmlns:a="http://schemas.openxmlformats.org/drawingml/2006/main">
              <a:ext uri="{FF2B5EF4-FFF2-40B4-BE49-F238E27FC236}">
                <a16:creationId xmlns:a16="http://schemas.microsoft.com/office/drawing/2014/main" id="{BCE29D2B-E89B-4A87-817D-959EC01A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text-30">
            <a:extLst xmlns:a="http://schemas.openxmlformats.org/drawingml/2006/main">
              <a:ext uri="{FF2B5EF4-FFF2-40B4-BE49-F238E27FC236}">
                <a16:creationId xmlns:a16="http://schemas.microsoft.com/office/drawing/2014/main" id="{ADA031F3-B4ED-4985-9698-7DDC4EA5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5" name="text-31">
            <a:extLst xmlns:a="http://schemas.openxmlformats.org/drawingml/2006/main">
              <a:ext uri="{FF2B5EF4-FFF2-40B4-BE49-F238E27FC236}">
                <a16:creationId xmlns:a16="http://schemas.microsoft.com/office/drawing/2014/main" id="{D3147C17-0BD8-48D7-8B04-A2576C8D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6" name="text-32">
            <a:extLst xmlns:a="http://schemas.openxmlformats.org/drawingml/2006/main">
              <a:ext uri="{FF2B5EF4-FFF2-40B4-BE49-F238E27FC236}">
                <a16:creationId xmlns:a16="http://schemas.microsoft.com/office/drawing/2014/main" id="{825A1033-0141-4905-8FEA-464261C8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7" name="text-33">
            <a:extLst xmlns:a="http://schemas.openxmlformats.org/drawingml/2006/main">
              <a:ext uri="{FF2B5EF4-FFF2-40B4-BE49-F238E27FC236}">
                <a16:creationId xmlns:a16="http://schemas.microsoft.com/office/drawing/2014/main" id="{B61B4CA9-27EB-4D01-BA95-90B05563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进度唯一标记阶段 —— 不需要真正的结构学习</a:t>
            </a:r>
          </a:p>
        </p:txBody>
      </p:sp>
      <p:sp>
        <p:nvSpPr>
          <p:cNvPr id="18" name="text-34">
            <a:extLst xmlns:a="http://schemas.openxmlformats.org/drawingml/2006/main">
              <a:ext uri="{FF2B5EF4-FFF2-40B4-BE49-F238E27FC236}">
                <a16:creationId xmlns:a16="http://schemas.microsoft.com/office/drawing/2014/main" id="{4EC5C259-6FBC-4E5B-A135-E15A6250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3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分支任务：进度不够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24CB1-B5C1-4F4F-AFDA-248D3DE3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B3ADD0-AE1D-404A-BB84-3F918C66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0E086-B4E0-4B5E-85FC-809C118C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6215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729557-B1D8-4113-A1B3-674013C3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64A37E-4A77-4CC5-B582-7F2B7409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58FDEE-79DE-4016-9B7A-68BAB189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81400"/>
            <a:ext cx="74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55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315200" y="22288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315450" y="22288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315200" y="384810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15450" y="384810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9" name="text-35">
            <a:extLst xmlns:a="http://schemas.openxmlformats.org/drawingml/2006/main">
              <a:ext uri="{FF2B5EF4-FFF2-40B4-BE49-F238E27FC236}">
                <a16:creationId xmlns:a16="http://schemas.microsoft.com/office/drawing/2014/main" id="{F404D8AE-F99D-4819-B8C3-12983365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194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进度都 = 2，位置都是 E，下一步却不同</a:t>
            </a:r>
          </a:p>
        </p:txBody>
      </p:sp>
      <p:sp>
        <p:nvSpPr>
          <p:cNvPr id="30" name="text-36">
            <a:extLst xmlns:a="http://schemas.openxmlformats.org/drawingml/2006/main">
              <a:ext uri="{FF2B5EF4-FFF2-40B4-BE49-F238E27FC236}">
                <a16:creationId xmlns:a16="http://schemas.microsoft.com/office/drawing/2014/main" id="{1615725C-F3AF-4C8D-9F48-A89B3C7B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Prefix tree  ≡  充分历史字典 —— 价值不在画成一张图</a:t>
            </a:r>
          </a:p>
        </p:txBody>
      </p:sp>
    </p:spTree>
    <p:extLst>
      <p:ext uri="{BB962C8B-B14F-4D97-AF65-F5344CB8AC3E}">
        <p14:creationId xmlns:p14="http://schemas.microsoft.com/office/powerpoint/2010/main" val="883223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37">
            <a:extLst xmlns:a="http://schemas.openxmlformats.org/drawingml/2006/main">
              <a:ext uri="{FF2B5EF4-FFF2-40B4-BE49-F238E27FC236}">
                <a16:creationId xmlns:a16="http://schemas.microsoft.com/office/drawing/2014/main" id="{A8842CC5-1B9A-4FA4-A70B-714864DD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于是问题变成状态抽象</a:t>
            </a:r>
          </a:p>
        </p:txBody>
      </p:sp>
      <p:sp>
        <p:nvSpPr>
          <p:cNvPr id="2" name="text-38">
            <a:extLst xmlns:a="http://schemas.openxmlformats.org/drawingml/2006/main">
              <a:ext uri="{FF2B5EF4-FFF2-40B4-BE49-F238E27FC236}">
                <a16:creationId xmlns:a16="http://schemas.microsoft.com/office/drawing/2014/main" id="{4675042E-6CC6-4763-B0F6-6F97D899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咖啡：磨豆、称粉、拿杯子的先后都不影响结果 —— 可以合并；只有决定热泡还是冷萃的那一步必须单独记</a:t>
            </a:r>
          </a:p>
        </p:txBody>
      </p:sp>
      <p:sp>
        <p:nvSpPr>
          <p:cNvPr id="3" name="text-39">
            <a:extLst xmlns:a="http://schemas.openxmlformats.org/drawingml/2006/main">
              <a:ext uri="{FF2B5EF4-FFF2-40B4-BE49-F238E27FC236}">
                <a16:creationId xmlns:a16="http://schemas.microsoft.com/office/drawing/2014/main" id="{9981C511-30CC-4A52-8958-A91243C8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8FEF51DE-9E6D-4B1D-BF92-F4A4F884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37B02158-04E6-4B3B-97E6-CC17567A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71A38E02-6C77-4DB7-8367-0DCE0CF1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5002C-E9C6-426E-986E-3E0EDCBE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2756C-EBAD-4F4E-94DA-8A17354E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D3845-D6C6-43F6-893B-D865B744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3AE79-004A-41C3-9881-AA3CAC83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B667C-404C-406B-84FB-205F4051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4A069-8185-4F99-A55B-65608948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3ABCD-760F-4B86-BC38-A04EBEE4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6EDEF2-2155-43F1-A5FF-37E6F0A0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39CB0-D9D6-4744-8940-B2663D71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96E5B-253B-4EB0-907E-2C605F40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35450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AC4E5310-6998-41D5-AE84-A456CD4E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正确压缩确实值钱</a:t>
            </a:r>
          </a:p>
        </p:txBody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A744C23F-4077-4C83-9A49-09AA04E5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45">
            <a:extLst xmlns:a="http://schemas.openxmlformats.org/drawingml/2006/main">
              <a:ext uri="{FF2B5EF4-FFF2-40B4-BE49-F238E27FC236}">
                <a16:creationId xmlns:a16="http://schemas.microsoft.com/office/drawing/2014/main" id="{905ADF7B-7255-4F37-8420-71C588FF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945c05be714d12"/>
          </a:graphicData>
        </a:graphic>
      </p:graphicFrame>
      <p:sp>
        <p:nvSpPr>
          <p:cNvPr id="5" name="text-46">
            <a:extLst xmlns:a="http://schemas.openxmlformats.org/drawingml/2006/main">
              <a:ext uri="{FF2B5EF4-FFF2-40B4-BE49-F238E27FC236}">
                <a16:creationId xmlns:a16="http://schemas.microsoft.com/office/drawing/2014/main" id="{DC9F7F8E-CD36-46C7-956C-874E3C71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47">
            <a:extLst xmlns:a="http://schemas.openxmlformats.org/drawingml/2006/main">
              <a:ext uri="{FF2B5EF4-FFF2-40B4-BE49-F238E27FC236}">
                <a16:creationId xmlns:a16="http://schemas.microsoft.com/office/drawing/2014/main" id="{EE80CD6A-EF7F-4E3A-8CD1-8DF6E194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48">
            <a:extLst xmlns:a="http://schemas.openxmlformats.org/drawingml/2006/main">
              <a:ext uri="{FF2B5EF4-FFF2-40B4-BE49-F238E27FC236}">
                <a16:creationId xmlns:a16="http://schemas.microsoft.com/office/drawing/2014/main" id="{F39C9A8D-C2A3-4A1C-AE8A-08608DEA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49">
            <a:extLst xmlns:a="http://schemas.openxmlformats.org/drawingml/2006/main">
              <a:ext uri="{FF2B5EF4-FFF2-40B4-BE49-F238E27FC236}">
                <a16:creationId xmlns:a16="http://schemas.microsoft.com/office/drawing/2014/main" id="{CBD58AD2-878F-4E7C-9F54-FB4A866B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闭式解 Σ 2H/(H-i)，H = n! = 6 / 24 / 120 → 理论 29.4 / 109.2 / 543.8 幕，与观测一致</a:t>
            </a:r>
          </a:p>
        </p:txBody>
      </p:sp>
    </p:spTree>
    <p:extLst>
      <p:ext uri="{BB962C8B-B14F-4D97-AF65-F5344CB8AC3E}">
        <p14:creationId xmlns:p14="http://schemas.microsoft.com/office/powerpoint/2010/main" val="8729634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50">
            <a:extLst xmlns:a="http://schemas.openxmlformats.org/drawingml/2006/main">
              <a:ext uri="{FF2B5EF4-FFF2-40B4-BE49-F238E27FC236}">
                <a16:creationId xmlns:a16="http://schemas.microsoft.com/office/drawing/2014/main" id="{EF728F1B-C8CF-46AE-ADA2-7B4D6F1C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真正的难点：在线判断哪些历史能合并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BFF8A544-F9B4-4AD1-90C9-B8DD1DA9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固定轨迹回放审计，未把这些合并接进控制器</a:t>
            </a:r>
          </a:p>
        </p:txBody>
      </p:sp>
      <p:sp>
        <p:nvSpPr>
          <p:cNvPr id="3" name="text-52">
            <a:extLst xmlns:a="http://schemas.openxmlformats.org/drawingml/2006/main">
              <a:ext uri="{FF2B5EF4-FFF2-40B4-BE49-F238E27FC236}">
                <a16:creationId xmlns:a16="http://schemas.microsoft.com/office/drawing/2014/main" id="{AAD6B46F-F5A1-4FE0-9F45-2AA885EA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FA3BBEF8-064A-4FBB-9A58-8F3DFA1F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954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过早合并的代价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578F6-43B3-4A2E-9B3E-71A662C9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9D7F7-CA74-40BA-80DE-14966C32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7C6C5-224F-4D76-9D82-A3B786C9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47900" y="2695575"/>
            <a:ext cx="895350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47900" y="3581400"/>
            <a:ext cx="89535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0" name="text-54">
            <a:extLst xmlns:a="http://schemas.openxmlformats.org/drawingml/2006/main">
              <a:ext uri="{FF2B5EF4-FFF2-40B4-BE49-F238E27FC236}">
                <a16:creationId xmlns:a16="http://schemas.microsoft.com/office/drawing/2014/main" id="{8EBDC54D-8757-4B22-B71F-C9E5408F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431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过滤？</a:t>
            </a:r>
          </a:p>
        </p:txBody>
      </p:sp>
      <p:sp>
        <p:nvSpPr>
          <p:cNvPr id="11" name="text-55">
            <a:extLst xmlns:a="http://schemas.openxmlformats.org/drawingml/2006/main">
              <a:ext uri="{FF2B5EF4-FFF2-40B4-BE49-F238E27FC236}">
                <a16:creationId xmlns:a16="http://schemas.microsoft.com/office/drawing/2014/main" id="{7D8BD230-A189-4FEA-9057-EEA432E7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76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冷藏？</a:t>
            </a:r>
          </a:p>
        </p:txBody>
      </p:sp>
      <p:sp>
        <p:nvSpPr>
          <p:cNvPr id="12" name="text-56">
            <a:extLst xmlns:a="http://schemas.openxmlformats.org/drawingml/2006/main">
              <a:ext uri="{FF2B5EF4-FFF2-40B4-BE49-F238E27FC236}">
                <a16:creationId xmlns:a16="http://schemas.microsoft.com/office/drawing/2014/main" id="{6E294068-5F82-4FEF-AE6D-D3F089BC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 —— 合并就会错用经验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EBF30-4C0B-4851-A6B8-B102A444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192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57">
            <a:extLst xmlns:a="http://schemas.openxmlformats.org/drawingml/2006/main">
              <a:ext uri="{FF2B5EF4-FFF2-40B4-BE49-F238E27FC236}">
                <a16:creationId xmlns:a16="http://schemas.microsoft.com/office/drawing/2014/main" id="{000E544E-402D-484B-8EE3-77769AB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954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激进与保守之间没有两全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91250" y="1866900"/>
          <a:ext xmlns:a="http://schemas.openxmlformats.org/drawingml/2006/main" cx="5391150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45180f943d417e"/>
          </a:graphicData>
        </a:graphic>
      </p:graphicFrame>
      <p:sp>
        <p:nvSpPr>
          <p:cNvPr id="16" name="text-58">
            <a:extLst xmlns:a="http://schemas.openxmlformats.org/drawingml/2006/main">
              <a:ext uri="{FF2B5EF4-FFF2-40B4-BE49-F238E27FC236}">
                <a16:creationId xmlns:a16="http://schemas.microsoft.com/office/drawing/2014/main" id="{CAD46098-5845-45EC-8824-0A76C6E2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539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 —— 这条线因此关闭</a:t>
            </a:r>
          </a:p>
        </p:txBody>
      </p:sp>
    </p:spTree>
    <p:extLst>
      <p:ext uri="{BB962C8B-B14F-4D97-AF65-F5344CB8AC3E}">
        <p14:creationId xmlns:p14="http://schemas.microsoft.com/office/powerpoint/2010/main" val="873294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59">
            <a:extLst xmlns:a="http://schemas.openxmlformats.org/drawingml/2006/main">
              <a:ext uri="{FF2B5EF4-FFF2-40B4-BE49-F238E27FC236}">
                <a16:creationId xmlns:a16="http://schemas.microsoft.com/office/drawing/2014/main" id="{4772EF70-19DD-49C8-A16D-881F0322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结构拿到以后，还有第二个独立问题</a:t>
            </a:r>
          </a:p>
        </p:txBody>
      </p:sp>
      <p:sp>
        <p:nvSpPr>
          <p:cNvPr id="2" name="text-60">
            <a:extLst xmlns:a="http://schemas.openxmlformats.org/drawingml/2006/main">
              <a:ext uri="{FF2B5EF4-FFF2-40B4-BE49-F238E27FC236}">
                <a16:creationId xmlns:a16="http://schemas.microsoft.com/office/drawing/2014/main" id="{A98D082E-C486-40E6-B9F5-A87E3A30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任务规则已给定；危险格扫描的逐种子记录已缺失，不能重算区间</a:t>
            </a:r>
          </a:p>
        </p:txBody>
      </p:sp>
      <p:sp>
        <p:nvSpPr>
          <p:cNvPr id="3" name="text-61">
            <a:extLst xmlns:a="http://schemas.openxmlformats.org/drawingml/2006/main">
              <a:ext uri="{FF2B5EF4-FFF2-40B4-BE49-F238E27FC236}">
                <a16:creationId xmlns:a16="http://schemas.microsoft.com/office/drawing/2014/main" id="{89F92258-3FF7-4B1E-AF8D-7FF4B9CC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" name="text-62">
            <a:extLst xmlns:a="http://schemas.openxmlformats.org/drawingml/2006/main">
              <a:ext uri="{FF2B5EF4-FFF2-40B4-BE49-F238E27FC236}">
                <a16:creationId xmlns:a16="http://schemas.microsoft.com/office/drawing/2014/main" id="{358D020C-41EF-4E2C-A9E4-2557F4F4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它只是告诉我现在做什么？还是还能让不同阶段共享经验？</a:t>
            </a:r>
          </a:p>
        </p:txBody>
      </p:sp>
      <p:sp>
        <p:nvSpPr>
          <p:cNvPr id="5" name="text-63">
            <a:extLst xmlns:a="http://schemas.openxmlformats.org/drawingml/2006/main">
              <a:ext uri="{FF2B5EF4-FFF2-40B4-BE49-F238E27FC236}">
                <a16:creationId xmlns:a16="http://schemas.microsoft.com/office/drawing/2014/main" id="{D7D642BF-813C-480A-9C2E-6B406C25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38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6" name="text-64">
            <a:extLst xmlns:a="http://schemas.openxmlformats.org/drawingml/2006/main">
              <a:ext uri="{FF2B5EF4-FFF2-40B4-BE49-F238E27FC236}">
                <a16:creationId xmlns:a16="http://schemas.microsoft.com/office/drawing/2014/main" id="{469C5931-66C2-43F1-8143-E6385C7F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38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7" name="text-65">
            <a:extLst xmlns:a="http://schemas.openxmlformats.org/drawingml/2006/main">
              <a:ext uri="{FF2B5EF4-FFF2-40B4-BE49-F238E27FC236}">
                <a16:creationId xmlns:a16="http://schemas.microsoft.com/office/drawing/2014/main" id="{62CCE210-417B-4CB8-A0AE-64B8E510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8" name="text-66">
            <a:extLst xmlns:a="http://schemas.openxmlformats.org/drawingml/2006/main">
              <a:ext uri="{FF2B5EF4-FFF2-40B4-BE49-F238E27FC236}">
                <a16:creationId xmlns:a16="http://schemas.microsoft.com/office/drawing/2014/main" id="{C04EB61B-B2B1-4630-9393-D6A8B5D6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FD008-4076-4EA3-906D-D4C71AD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9555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0" name="text-67">
            <a:extLst xmlns:a="http://schemas.openxmlformats.org/drawingml/2006/main">
              <a:ext uri="{FF2B5EF4-FFF2-40B4-BE49-F238E27FC236}">
                <a16:creationId xmlns:a16="http://schemas.microsoft.com/office/drawing/2014/main" id="{52B4E5E1-D156-4B8C-B378-A9FD5A82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19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8C20B-F787-4F0C-8AA5-D2784A90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2" name="text-68">
            <a:extLst xmlns:a="http://schemas.openxmlformats.org/drawingml/2006/main">
              <a:ext uri="{FF2B5EF4-FFF2-40B4-BE49-F238E27FC236}">
                <a16:creationId xmlns:a16="http://schemas.microsoft.com/office/drawing/2014/main" id="{676D8403-C04C-4758-B1DC-BA171768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AFB95-4027-4D5B-83BA-6A22C456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338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69">
            <a:extLst xmlns:a="http://schemas.openxmlformats.org/drawingml/2006/main">
              <a:ext uri="{FF2B5EF4-FFF2-40B4-BE49-F238E27FC236}">
                <a16:creationId xmlns:a16="http://schemas.microsoft.com/office/drawing/2014/main" id="{FED55A8D-CA5E-4A72-887E-35EC9F2F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57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984BA-6137-4905-B756-28214E34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42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6" name="text-70">
            <a:extLst xmlns:a="http://schemas.openxmlformats.org/drawingml/2006/main">
              <a:ext uri="{FF2B5EF4-FFF2-40B4-BE49-F238E27FC236}">
                <a16:creationId xmlns:a16="http://schemas.microsoft.com/office/drawing/2014/main" id="{F1515603-A7F4-4437-9C4B-0A098846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17" name="text-71">
            <a:extLst xmlns:a="http://schemas.openxmlformats.org/drawingml/2006/main">
              <a:ext uri="{FF2B5EF4-FFF2-40B4-BE49-F238E27FC236}">
                <a16:creationId xmlns:a16="http://schemas.microsoft.com/office/drawing/2014/main" id="{D3458651-6BCF-49A3-89D1-F7D5A226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普通环境里几种机制都贴着天花板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D7E2F-581E-4107-B6CB-B44F7C2A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192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9" name="text-72">
            <a:extLst xmlns:a="http://schemas.openxmlformats.org/drawingml/2006/main">
              <a:ext uri="{FF2B5EF4-FFF2-40B4-BE49-F238E27FC236}">
                <a16:creationId xmlns:a16="http://schemas.microsoft.com/office/drawing/2014/main" id="{BD9E1890-F83B-4752-B52B-00A909EB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382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 / 不可逆环境把差异放大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096000" y="1771650"/>
          <a:ext xmlns:a="http://schemas.openxmlformats.org/drawingml/2006/main" cx="5524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54cb3cf4474b59"/>
          </a:graphicData>
        </a:graphic>
      </p:graphicFrame>
      <p:sp>
        <p:nvSpPr>
          <p:cNvPr id="21" name="text-73">
            <a:extLst xmlns:a="http://schemas.openxmlformats.org/drawingml/2006/main">
              <a:ext uri="{FF2B5EF4-FFF2-40B4-BE49-F238E27FC236}">
                <a16:creationId xmlns:a16="http://schemas.microsoft.com/office/drawing/2014/main" id="{5E11C798-D46D-4B2C-AE29-A9EAFA9A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2445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22" name="text-74">
            <a:extLst xmlns:a="http://schemas.openxmlformats.org/drawingml/2006/main">
              <a:ext uri="{FF2B5EF4-FFF2-40B4-BE49-F238E27FC236}">
                <a16:creationId xmlns:a16="http://schemas.microsoft.com/office/drawing/2014/main" id="{E13F45D4-1503-4981-9200-88077EFB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</a:t>
            </a:r>
          </a:p>
        </p:txBody>
      </p:sp>
    </p:spTree>
    <p:extLst>
      <p:ext uri="{BB962C8B-B14F-4D97-AF65-F5344CB8AC3E}">
        <p14:creationId xmlns:p14="http://schemas.microsoft.com/office/powerpoint/2010/main" val="10868977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75">
            <a:extLst xmlns:a="http://schemas.openxmlformats.org/drawingml/2006/main">
              <a:ext uri="{FF2B5EF4-FFF2-40B4-BE49-F238E27FC236}">
                <a16:creationId xmlns:a16="http://schemas.microsoft.com/office/drawing/2014/main" id="{431F59A8-6F8D-42F6-9498-5486A527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为什么最近的「提前压缩」没复现早期大收益</a:t>
            </a:r>
          </a:p>
        </p:txBody>
      </p:sp>
      <p:sp>
        <p:nvSpPr>
          <p:cNvPr id="2" name="text-76">
            <a:extLst xmlns:a="http://schemas.openxmlformats.org/drawingml/2006/main">
              <a:ext uri="{FF2B5EF4-FFF2-40B4-BE49-F238E27FC236}">
                <a16:creationId xmlns:a16="http://schemas.microsoft.com/office/drawing/2014/main" id="{477564F7-ECD9-4C59-84D3-63DE5FD6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两种「立即使用」不是一回事：早期实验里行为会改变下一份证据，零件实验里不会</a:t>
            </a:r>
          </a:p>
        </p:txBody>
      </p:sp>
      <p:sp>
        <p:nvSpPr>
          <p:cNvPr id="3" name="text-77">
            <a:extLst xmlns:a="http://schemas.openxmlformats.org/drawingml/2006/main">
              <a:ext uri="{FF2B5EF4-FFF2-40B4-BE49-F238E27FC236}">
                <a16:creationId xmlns:a16="http://schemas.microsoft.com/office/drawing/2014/main" id="{3C0C0FA3-1130-4FDD-810E-874F92E7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8">
            <a:extLst xmlns:a="http://schemas.openxmlformats.org/drawingml/2006/main">
              <a:ext uri="{FF2B5EF4-FFF2-40B4-BE49-F238E27FC236}">
                <a16:creationId xmlns:a16="http://schemas.microsoft.com/office/drawing/2014/main" id="{6C830FD8-8786-42DF-ABAB-CEE4C0E2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早期导航任务：行为改变证据</a:t>
            </a:r>
          </a:p>
        </p:txBody>
      </p:sp>
      <p:sp>
        <p:nvSpPr>
          <p:cNvPr id="5" name="text-79">
            <a:extLst xmlns:a="http://schemas.openxmlformats.org/drawingml/2006/main">
              <a:ext uri="{FF2B5EF4-FFF2-40B4-BE49-F238E27FC236}">
                <a16:creationId xmlns:a16="http://schemas.microsoft.com/office/drawing/2014/main" id="{D6C83EE2-C4D2-4BA6-BEC2-BC2F068B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33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最新零件实验：证据与行为无关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A2EEF-E37E-49DB-B6ED-89A901D0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F1A60-77C3-4931-B2AD-DB27A687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C7B46-D632-40A7-9B9C-ADF5677A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B0455-9ADF-4121-ACBC-E925A82A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1004D-4BC2-40FF-ACE1-17D38652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4870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80">
            <a:extLst xmlns:a="http://schemas.openxmlformats.org/drawingml/2006/main">
              <a:ext uri="{FF2B5EF4-FFF2-40B4-BE49-F238E27FC236}">
                <a16:creationId xmlns:a16="http://schemas.microsoft.com/office/drawing/2014/main" id="{584BEA59-8714-4EE3-AF5F-28D49C6F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81">
            <a:extLst xmlns:a="http://schemas.openxmlformats.org/drawingml/2006/main">
              <a:ext uri="{FF2B5EF4-FFF2-40B4-BE49-F238E27FC236}">
                <a16:creationId xmlns:a16="http://schemas.microsoft.com/office/drawing/2014/main" id="{D23B8CEE-6315-4623-8579-01B4780B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400550"/>
          <a:ext xmlns:a="http://schemas.openxmlformats.org/drawingml/2006/main" cx="5029200" cy="1581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a2f6a67b0b4a8f"/>
          </a:graphicData>
        </a:graphic>
      </p:graphicFrame>
      <p:sp>
        <p:nvSpPr>
          <p:cNvPr id="18" name="text-82">
            <a:extLst xmlns:a="http://schemas.openxmlformats.org/drawingml/2006/main">
              <a:ext uri="{FF2B5EF4-FFF2-40B4-BE49-F238E27FC236}">
                <a16:creationId xmlns:a16="http://schemas.microsoft.com/office/drawing/2014/main" id="{0915F569-01BF-4C39-8286-DA8E66ED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所以「边学边用」真正值钱的场景，是当前行为会影响以后能拿到什么信息的任务</a:t>
            </a:r>
          </a:p>
        </p:txBody>
      </p:sp>
    </p:spTree>
    <p:extLst>
      <p:ext uri="{BB962C8B-B14F-4D97-AF65-F5344CB8AC3E}">
        <p14:creationId xmlns:p14="http://schemas.microsoft.com/office/powerpoint/2010/main" val="5494263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83">
            <a:extLst xmlns:a="http://schemas.openxmlformats.org/drawingml/2006/main">
              <a:ext uri="{FF2B5EF4-FFF2-40B4-BE49-F238E27FC236}">
                <a16:creationId xmlns:a16="http://schemas.microsoft.com/office/drawing/2014/main" id="{A5EA198E-B144-414D-81E6-DD2BDAE3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三层研究地图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8908ADC0-9896-4E1C-BF79-028C2706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text-85">
            <a:extLst xmlns:a="http://schemas.openxmlformats.org/drawingml/2006/main">
              <a:ext uri="{FF2B5EF4-FFF2-40B4-BE49-F238E27FC236}">
                <a16:creationId xmlns:a16="http://schemas.microsoft.com/office/drawing/2014/main" id="{FA50A614-D0C4-4093-BA17-3FC862D3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86">
            <a:extLst xmlns:a="http://schemas.openxmlformats.org/drawingml/2006/main">
              <a:ext uri="{FF2B5EF4-FFF2-40B4-BE49-F238E27FC236}">
                <a16:creationId xmlns:a16="http://schemas.microsoft.com/office/drawing/2014/main" id="{6A293F53-182A-4103-BD3B-9F74E55F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433C6603-A031-4160-8E8B-EC7103A9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08A7A46F-C27F-4F30-B9EB-743A220D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89">
            <a:extLst xmlns:a="http://schemas.openxmlformats.org/drawingml/2006/main">
              <a:ext uri="{FF2B5EF4-FFF2-40B4-BE49-F238E27FC236}">
                <a16:creationId xmlns:a16="http://schemas.microsoft.com/office/drawing/2014/main" id="{5600A4DB-3729-4ED8-A4BE-D124D084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C32B4-4585-420F-B0B1-8CE6F377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91A62-0BC4-4118-BD6E-264D191B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BCF43-5D05-490E-897C-32DDD357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299EB-F1A3-4527-9CD0-E980F97F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90">
            <a:extLst xmlns:a="http://schemas.openxmlformats.org/drawingml/2006/main">
              <a:ext uri="{FF2B5EF4-FFF2-40B4-BE49-F238E27FC236}">
                <a16:creationId xmlns:a16="http://schemas.microsoft.com/office/drawing/2014/main" id="{D86E5AD0-C3EB-4942-A2BB-E9502C7E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91">
            <a:extLst xmlns:a="http://schemas.openxmlformats.org/drawingml/2006/main">
              <a:ext uri="{FF2B5EF4-FFF2-40B4-BE49-F238E27FC236}">
                <a16:creationId xmlns:a16="http://schemas.microsoft.com/office/drawing/2014/main" id="{33618986-F824-4436-83F0-0518C2D6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92">
            <a:extLst xmlns:a="http://schemas.openxmlformats.org/drawingml/2006/main">
              <a:ext uri="{FF2B5EF4-FFF2-40B4-BE49-F238E27FC236}">
                <a16:creationId xmlns:a16="http://schemas.microsoft.com/office/drawing/2014/main" id="{FCBA2E97-1E81-497F-85C7-B6A04EA5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36372-0A96-4D19-BED8-DCBADD59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4791F-81FA-4671-A450-F356F013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250C4-078B-49AF-821E-A0F6EA04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F9B82-4AC2-419A-931D-2C9F5020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93">
            <a:extLst xmlns:a="http://schemas.openxmlformats.org/drawingml/2006/main">
              <a:ext uri="{FF2B5EF4-FFF2-40B4-BE49-F238E27FC236}">
                <a16:creationId xmlns:a16="http://schemas.microsoft.com/office/drawing/2014/main" id="{843A3EE5-74B4-42DE-BFFE-FED5C14C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94">
            <a:extLst xmlns:a="http://schemas.openxmlformats.org/drawingml/2006/main">
              <a:ext uri="{FF2B5EF4-FFF2-40B4-BE49-F238E27FC236}">
                <a16:creationId xmlns:a16="http://schemas.microsoft.com/office/drawing/2014/main" id="{8371DE3C-5F52-4F8A-848F-E5F64A8C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95">
            <a:extLst xmlns:a="http://schemas.openxmlformats.org/drawingml/2006/main">
              <a:ext uri="{FF2B5EF4-FFF2-40B4-BE49-F238E27FC236}">
                <a16:creationId xmlns:a16="http://schemas.microsoft.com/office/drawing/2014/main" id="{465AC87E-EB45-4A30-A647-F62E32A3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3ED542-8549-44D0-AD76-4861BCE4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30B2F9-4ECD-446F-B156-E5FC7F57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2FE5B2-836A-40D8-9B1D-54D00A49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5960492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96">
            <a:extLst xmlns:a="http://schemas.openxmlformats.org/drawingml/2006/main">
              <a:ext uri="{FF2B5EF4-FFF2-40B4-BE49-F238E27FC236}">
                <a16:creationId xmlns:a16="http://schemas.microsoft.com/office/drawing/2014/main" id="{D7676462-6909-4B4C-A9EF-22607BD4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Backup</a:t>
            </a:r>
          </a:p>
        </p:txBody>
      </p:sp>
      <p:sp>
        <p:nvSpPr>
          <p:cNvPr id="2" name="text-97">
            <a:extLst xmlns:a="http://schemas.openxmlformats.org/drawingml/2006/main">
              <a:ext uri="{FF2B5EF4-FFF2-40B4-BE49-F238E27FC236}">
                <a16:creationId xmlns:a16="http://schemas.microsoft.com/office/drawing/2014/main" id="{3F9D6543-5FDB-4B70-A9BC-B5490F36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以下五页不在主线里，用于回答具体提问</a:t>
            </a:r>
          </a:p>
        </p:txBody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E054BBBE-6099-4895-BB4A-EF29A451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69954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99">
            <a:extLst xmlns:a="http://schemas.openxmlformats.org/drawingml/2006/main">
              <a:ext uri="{FF2B5EF4-FFF2-40B4-BE49-F238E27FC236}">
                <a16:creationId xmlns:a16="http://schemas.microsoft.com/office/drawing/2014/main" id="{A4A8DCE0-3E55-4368-9F2A-56A5A42A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可靠任务反馈的预算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42C2D19E-263C-4CE7-AF70-27106191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90%；未启用合并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684294D3-62DE-43C0-9690-FCF3798B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021bd9fc0349b4"/>
          </a:graphicData>
        </a:graphic>
      </p:graphicFrame>
      <p:sp>
        <p:nvSpPr>
          <p:cNvPr id="5" name="text-102">
            <a:extLst xmlns:a="http://schemas.openxmlformats.org/drawingml/2006/main">
              <a:ext uri="{FF2B5EF4-FFF2-40B4-BE49-F238E27FC236}">
                <a16:creationId xmlns:a16="http://schemas.microsoft.com/office/drawing/2014/main" id="{6E6AAB23-E7F4-4AAA-B72E-54D4FDC5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103">
            <a:extLst xmlns:a="http://schemas.openxmlformats.org/drawingml/2006/main">
              <a:ext uri="{FF2B5EF4-FFF2-40B4-BE49-F238E27FC236}">
                <a16:creationId xmlns:a16="http://schemas.microsoft.com/office/drawing/2014/main" id="{60A2B9B9-6B36-4AE3-A070-7F462425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104">
            <a:extLst xmlns:a="http://schemas.openxmlformats.org/drawingml/2006/main">
              <a:ext uri="{FF2B5EF4-FFF2-40B4-BE49-F238E27FC236}">
                <a16:creationId xmlns:a16="http://schemas.microsoft.com/office/drawing/2014/main" id="{26365A99-5A5D-424C-A1EE-5DCFD974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105">
            <a:extLst xmlns:a="http://schemas.openxmlformats.org/drawingml/2006/main">
              <a:ext uri="{FF2B5EF4-FFF2-40B4-BE49-F238E27FC236}">
                <a16:creationId xmlns:a16="http://schemas.microsoft.com/office/drawing/2014/main" id="{451ADD79-2F3A-4AE6-88B5-A65BC5BE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34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  <p:sp>
        <p:nvSpPr>
          <p:cNvPr id="9" name="text-106">
            <a:extLst xmlns:a="http://schemas.openxmlformats.org/drawingml/2006/main">
              <a:ext uri="{FF2B5EF4-FFF2-40B4-BE49-F238E27FC236}">
                <a16:creationId xmlns:a16="http://schemas.microsoft.com/office/drawing/2014/main" id="{FB0D2F8C-CB8B-4861-AFF9-02D9C9F6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只说明反馈越多越容易学会；不能推出「结构必须接近完整才能使用」</a:t>
            </a:r>
          </a:p>
        </p:txBody>
      </p:sp>
    </p:spTree>
    <p:extLst>
      <p:ext uri="{BB962C8B-B14F-4D97-AF65-F5344CB8AC3E}">
        <p14:creationId xmlns:p14="http://schemas.microsoft.com/office/powerpoint/2010/main" val="14773164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07">
            <a:extLst xmlns:a="http://schemas.openxmlformats.org/drawingml/2006/main">
              <a:ext uri="{FF2B5EF4-FFF2-40B4-BE49-F238E27FC236}">
                <a16:creationId xmlns:a16="http://schemas.microsoft.com/office/drawing/2014/main" id="{DBF08357-DAA9-4C92-AC0D-E4E6E31F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同一份历史的两种表示</a:t>
            </a:r>
          </a:p>
        </p:txBody>
      </p:sp>
      <p:sp>
        <p:nvSpPr>
          <p:cNvPr id="2" name="text-108">
            <a:extLst xmlns:a="http://schemas.openxmlformats.org/drawingml/2006/main">
              <a:ext uri="{FF2B5EF4-FFF2-40B4-BE49-F238E27FC236}">
                <a16:creationId xmlns:a16="http://schemas.microsoft.com/office/drawing/2014/main" id="{5EF16D6D-3492-48B2-B6FA-8668A7BB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同样的信息量，两种写法逐动作一致 —— 所以价值不在图这种形式</a:t>
            </a:r>
          </a:p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7939EE01-EF36-49B0-81EF-48FE9F8E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6633B193-E1B3-4F61-8087-80364F69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5" name="text-111">
            <a:extLst xmlns:a="http://schemas.openxmlformats.org/drawingml/2006/main">
              <a:ext uri="{FF2B5EF4-FFF2-40B4-BE49-F238E27FC236}">
                <a16:creationId xmlns:a16="http://schemas.microsoft.com/office/drawing/2014/main" id="{3A577F41-5023-408D-A5C9-8313B3B3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AA48C-14E9-4D85-A1C4-519EF3E7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4F0F8-6B92-48BB-9065-4FB4F19C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C1D39-8B17-40C2-AE30-C981A554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B7F81-8594-49FD-9025-44D35464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FF155-C805-4DFF-B8AE-9FE58BCF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4074D-A0A0-457C-B1F1-E7886B51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E897E-A5C9-4B66-A3A8-664E2DC6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text-112">
            <a:extLst xmlns:a="http://schemas.openxmlformats.org/drawingml/2006/main">
              <a:ext uri="{FF2B5EF4-FFF2-40B4-BE49-F238E27FC236}">
                <a16:creationId xmlns:a16="http://schemas.microsoft.com/office/drawing/2014/main" id="{265EE054-BCA5-4F29-A0A6-4CA45822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text-113">
            <a:extLst xmlns:a="http://schemas.openxmlformats.org/drawingml/2006/main">
              <a:ext uri="{FF2B5EF4-FFF2-40B4-BE49-F238E27FC236}">
                <a16:creationId xmlns:a16="http://schemas.microsoft.com/office/drawing/2014/main" id="{0D2925E6-92E8-4272-AEB3-2B916BEB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1" name="text-114">
            <a:extLst xmlns:a="http://schemas.openxmlformats.org/drawingml/2006/main">
              <a:ext uri="{FF2B5EF4-FFF2-40B4-BE49-F238E27FC236}">
                <a16:creationId xmlns:a16="http://schemas.microsoft.com/office/drawing/2014/main" id="{4A77AA2B-30B0-4B01-9B3B-80E6EF2A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558FE-78F2-422D-B1E8-1E70432D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15">
            <a:extLst xmlns:a="http://schemas.openxmlformats.org/drawingml/2006/main">
              <a:ext uri="{FF2B5EF4-FFF2-40B4-BE49-F238E27FC236}">
                <a16:creationId xmlns:a16="http://schemas.microsoft.com/office/drawing/2014/main" id="{AE3BEE78-9289-48D0-9D73-6CA7172D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4" name="text-116">
            <a:extLst xmlns:a="http://schemas.openxmlformats.org/drawingml/2006/main">
              <a:ext uri="{FF2B5EF4-FFF2-40B4-BE49-F238E27FC236}">
                <a16:creationId xmlns:a16="http://schemas.microsoft.com/office/drawing/2014/main" id="{CB7F5E62-0F24-4132-812D-C65DDAF1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5" name="text-117">
            <a:extLst xmlns:a="http://schemas.openxmlformats.org/drawingml/2006/main">
              <a:ext uri="{FF2B5EF4-FFF2-40B4-BE49-F238E27FC236}">
                <a16:creationId xmlns:a16="http://schemas.microsoft.com/office/drawing/2014/main" id="{24F7D48F-A6AB-490A-9DAF-5E5008B8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6" name="text-118">
            <a:extLst xmlns:a="http://schemas.openxmlformats.org/drawingml/2006/main">
              <a:ext uri="{FF2B5EF4-FFF2-40B4-BE49-F238E27FC236}">
                <a16:creationId xmlns:a16="http://schemas.microsoft.com/office/drawing/2014/main" id="{A2620B45-B85A-4F4D-8145-1445EEA5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7" name="text-119">
            <a:extLst xmlns:a="http://schemas.openxmlformats.org/drawingml/2006/main">
              <a:ext uri="{FF2B5EF4-FFF2-40B4-BE49-F238E27FC236}">
                <a16:creationId xmlns:a16="http://schemas.microsoft.com/office/drawing/2014/main" id="{5E53B316-E099-4710-81E9-C39A8557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16210211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20">
            <a:extLst xmlns:a="http://schemas.openxmlformats.org/drawingml/2006/main">
              <a:ext uri="{FF2B5EF4-FFF2-40B4-BE49-F238E27FC236}">
                <a16:creationId xmlns:a16="http://schemas.microsoft.com/office/drawing/2014/main" id="{0789DC81-FC54-455C-859F-55C1541D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合并审计的完整口径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3A0C549E-9C25-4A6C-A15A-F643C9F9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裁决正确 = 借来的答案与真裁决一致；归属正确 = 被合并的伙伴确实是同一任务状态</a:t>
            </a:r>
          </a:p>
        </p:txBody>
      </p:sp>
      <p:sp>
        <p:nvSpPr>
          <p:cNvPr id="3" name="text-122">
            <a:extLst xmlns:a="http://schemas.openxmlformats.org/drawingml/2006/main">
              <a:ext uri="{FF2B5EF4-FFF2-40B4-BE49-F238E27FC236}">
                <a16:creationId xmlns:a16="http://schemas.microsoft.com/office/drawing/2014/main" id="{41E01660-D4C1-438E-94DB-21FF319D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text-123">
            <a:extLst xmlns:a="http://schemas.openxmlformats.org/drawingml/2006/main">
              <a:ext uri="{FF2B5EF4-FFF2-40B4-BE49-F238E27FC236}">
                <a16:creationId xmlns:a16="http://schemas.microsoft.com/office/drawing/2014/main" id="{6A04E01E-6FD2-4F6D-93F5-E593D400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124">
            <a:extLst xmlns:a="http://schemas.openxmlformats.org/drawingml/2006/main">
              <a:ext uri="{FF2B5EF4-FFF2-40B4-BE49-F238E27FC236}">
                <a16:creationId xmlns:a16="http://schemas.microsoft.com/office/drawing/2014/main" id="{C2947088-69B4-493C-8DE6-7289066C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125">
            <a:extLst xmlns:a="http://schemas.openxmlformats.org/drawingml/2006/main">
              <a:ext uri="{FF2B5EF4-FFF2-40B4-BE49-F238E27FC236}">
                <a16:creationId xmlns:a16="http://schemas.microsoft.com/office/drawing/2014/main" id="{A48424DC-BCD0-42C2-B6AB-A675625F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889c560c9d4cff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41960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1a389da9bc443b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248650" y="1981200"/>
          <a:ext xmlns:a="http://schemas.openxmlformats.org/drawingml/2006/main" cx="336232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c9eeec6e634864"/>
          </a:graphicData>
        </a:graphic>
      </p:graphicFrame>
      <p:sp>
        <p:nvSpPr>
          <p:cNvPr id="10" name="text-126">
            <a:extLst xmlns:a="http://schemas.openxmlformats.org/drawingml/2006/main">
              <a:ext uri="{FF2B5EF4-FFF2-40B4-BE49-F238E27FC236}">
                <a16:creationId xmlns:a16="http://schemas.microsoft.com/office/drawing/2014/main" id="{79C08399-B643-45EA-B4BC-701BE74A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236 次强制合并中 140 次把真状态不同的历史证成同态；在线 k_min 为 8–12，真状态数 19–27</a:t>
            </a:r>
          </a:p>
        </p:txBody>
      </p:sp>
      <p:sp>
        <p:nvSpPr>
          <p:cNvPr id="11" name="text-127">
            <a:extLst xmlns:a="http://schemas.openxmlformats.org/drawingml/2006/main">
              <a:ext uri="{FF2B5EF4-FFF2-40B4-BE49-F238E27FC236}">
                <a16:creationId xmlns:a16="http://schemas.microsoft.com/office/drawing/2014/main" id="{9C236AD0-EFFE-43D0-AD6F-9749AB34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不达标：节省 16.9% &lt; 20%；错误裁决 47；错误归属 140；敏感性上界 23.6% 仍不达标</a:t>
            </a:r>
          </a:p>
        </p:txBody>
      </p:sp>
    </p:spTree>
    <p:extLst>
      <p:ext uri="{BB962C8B-B14F-4D97-AF65-F5344CB8AC3E}">
        <p14:creationId xmlns:p14="http://schemas.microsoft.com/office/powerpoint/2010/main" val="3061177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28">
            <a:extLst xmlns:a="http://schemas.openxmlformats.org/drawingml/2006/main">
              <a:ext uri="{FF2B5EF4-FFF2-40B4-BE49-F238E27FC236}">
                <a16:creationId xmlns:a16="http://schemas.microsoft.com/office/drawing/2014/main" id="{293A966D-D348-49D4-8E66-0E1CE2AF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结构利用五臂完整数值</a:t>
            </a:r>
          </a:p>
        </p:txBody>
      </p:sp>
      <p:sp>
        <p:nvSpPr>
          <p:cNvPr id="2" name="text-129">
            <a:extLst xmlns:a="http://schemas.openxmlformats.org/drawingml/2006/main">
              <a:ext uri="{FF2B5EF4-FFF2-40B4-BE49-F238E27FC236}">
                <a16:creationId xmlns:a16="http://schemas.microsoft.com/office/drawing/2014/main" id="{8C911E5E-B878-4F47-B41C-ACEA6EAB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AUC 接近天花板，不能据此排序机制强弱</a:t>
            </a:r>
          </a:p>
        </p:txBody>
      </p:sp>
      <p:sp>
        <p:nvSpPr>
          <p:cNvPr id="3" name="text-130">
            <a:extLst xmlns:a="http://schemas.openxmlformats.org/drawingml/2006/main">
              <a:ext uri="{FF2B5EF4-FFF2-40B4-BE49-F238E27FC236}">
                <a16:creationId xmlns:a16="http://schemas.microsoft.com/office/drawing/2014/main" id="{D669A80E-5305-47EE-B029-515557C6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4" name="text-131">
            <a:extLst xmlns:a="http://schemas.openxmlformats.org/drawingml/2006/main">
              <a:ext uri="{FF2B5EF4-FFF2-40B4-BE49-F238E27FC236}">
                <a16:creationId xmlns:a16="http://schemas.microsoft.com/office/drawing/2014/main" id="{1AAEF12C-082A-4290-930A-2BECE593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32">
            <a:extLst xmlns:a="http://schemas.openxmlformats.org/drawingml/2006/main">
              <a:ext uri="{FF2B5EF4-FFF2-40B4-BE49-F238E27FC236}">
                <a16:creationId xmlns:a16="http://schemas.microsoft.com/office/drawing/2014/main" id="{63E0A96D-596F-413E-9EE2-420E782C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33">
            <a:extLst xmlns:a="http://schemas.openxmlformats.org/drawingml/2006/main">
              <a:ext uri="{FF2B5EF4-FFF2-40B4-BE49-F238E27FC236}">
                <a16:creationId xmlns:a16="http://schemas.microsoft.com/office/drawing/2014/main" id="{832E83BC-2161-4C5D-A427-0E9DCADE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34">
            <a:extLst xmlns:a="http://schemas.openxmlformats.org/drawingml/2006/main">
              <a:ext uri="{FF2B5EF4-FFF2-40B4-BE49-F238E27FC236}">
                <a16:creationId xmlns:a16="http://schemas.microsoft.com/office/drawing/2014/main" id="{F63ECA8E-0D25-4971-A4D6-FD9FFA03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5E405-DB1C-4DBA-B8B6-E91EEEFE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35">
            <a:extLst xmlns:a="http://schemas.openxmlformats.org/drawingml/2006/main">
              <a:ext uri="{FF2B5EF4-FFF2-40B4-BE49-F238E27FC236}">
                <a16:creationId xmlns:a16="http://schemas.microsoft.com/office/drawing/2014/main" id="{A830960E-FBEF-4D52-A54C-CA87827A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36">
            <a:extLst xmlns:a="http://schemas.openxmlformats.org/drawingml/2006/main">
              <a:ext uri="{FF2B5EF4-FFF2-40B4-BE49-F238E27FC236}">
                <a16:creationId xmlns:a16="http://schemas.microsoft.com/office/drawing/2014/main" id="{7D81249E-F984-4545-B6D6-032FD142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37">
            <a:extLst xmlns:a="http://schemas.openxmlformats.org/drawingml/2006/main">
              <a:ext uri="{FF2B5EF4-FFF2-40B4-BE49-F238E27FC236}">
                <a16:creationId xmlns:a16="http://schemas.microsoft.com/office/drawing/2014/main" id="{61E23516-CCE7-4796-A812-44168B15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22E2A-9AD1-4D6E-AAF5-E0453989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38">
            <a:extLst xmlns:a="http://schemas.openxmlformats.org/drawingml/2006/main">
              <a:ext uri="{FF2B5EF4-FFF2-40B4-BE49-F238E27FC236}">
                <a16:creationId xmlns:a16="http://schemas.microsoft.com/office/drawing/2014/main" id="{0E4C66B2-5F72-4F08-B16B-67363E61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39">
            <a:extLst xmlns:a="http://schemas.openxmlformats.org/drawingml/2006/main">
              <a:ext uri="{FF2B5EF4-FFF2-40B4-BE49-F238E27FC236}">
                <a16:creationId xmlns:a16="http://schemas.microsoft.com/office/drawing/2014/main" id="{E0224E7F-45A4-4684-A611-50879CAA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40">
            <a:extLst xmlns:a="http://schemas.openxmlformats.org/drawingml/2006/main">
              <a:ext uri="{FF2B5EF4-FFF2-40B4-BE49-F238E27FC236}">
                <a16:creationId xmlns:a16="http://schemas.microsoft.com/office/drawing/2014/main" id="{B5BB0E64-0C96-4ACF-8FBA-73B4698D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0EAB2-83B7-48B1-8421-380AFDA7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41">
            <a:extLst xmlns:a="http://schemas.openxmlformats.org/drawingml/2006/main">
              <a:ext uri="{FF2B5EF4-FFF2-40B4-BE49-F238E27FC236}">
                <a16:creationId xmlns:a16="http://schemas.microsoft.com/office/drawing/2014/main" id="{F6B60761-5BBA-4902-BDAC-563B4FDA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42">
            <a:extLst xmlns:a="http://schemas.openxmlformats.org/drawingml/2006/main">
              <a:ext uri="{FF2B5EF4-FFF2-40B4-BE49-F238E27FC236}">
                <a16:creationId xmlns:a16="http://schemas.microsoft.com/office/drawing/2014/main" id="{74113AB0-E573-4651-AB5B-145D1775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43">
            <a:extLst xmlns:a="http://schemas.openxmlformats.org/drawingml/2006/main">
              <a:ext uri="{FF2B5EF4-FFF2-40B4-BE49-F238E27FC236}">
                <a16:creationId xmlns:a16="http://schemas.microsoft.com/office/drawing/2014/main" id="{1374A473-9A43-4B2C-9025-2236C8DC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85547-9EE3-447D-B22D-CE56D267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44">
            <a:extLst xmlns:a="http://schemas.openxmlformats.org/drawingml/2006/main">
              <a:ext uri="{FF2B5EF4-FFF2-40B4-BE49-F238E27FC236}">
                <a16:creationId xmlns:a16="http://schemas.microsoft.com/office/drawing/2014/main" id="{A82EDBDE-C0CC-4A98-96F1-4FC8ABE8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45">
            <a:extLst xmlns:a="http://schemas.openxmlformats.org/drawingml/2006/main">
              <a:ext uri="{FF2B5EF4-FFF2-40B4-BE49-F238E27FC236}">
                <a16:creationId xmlns:a16="http://schemas.microsoft.com/office/drawing/2014/main" id="{4D755D49-7EBD-4187-B31B-9F8B6C55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46">
            <a:extLst xmlns:a="http://schemas.openxmlformats.org/drawingml/2006/main">
              <a:ext uri="{FF2B5EF4-FFF2-40B4-BE49-F238E27FC236}">
                <a16:creationId xmlns:a16="http://schemas.microsoft.com/office/drawing/2014/main" id="{98BE8634-8115-4C0A-BBF5-92B56E94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47">
            <a:extLst xmlns:a="http://schemas.openxmlformats.org/drawingml/2006/main">
              <a:ext uri="{FF2B5EF4-FFF2-40B4-BE49-F238E27FC236}">
                <a16:creationId xmlns:a16="http://schemas.microsoft.com/office/drawing/2014/main" id="{0E77A2F8-0114-475A-B163-896D8DE3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c419aa91fa472a"/>
          </a:graphicData>
        </a:graphic>
      </p:graphicFrame>
      <p:sp>
        <p:nvSpPr>
          <p:cNvPr id="26" name="text-148">
            <a:extLst xmlns:a="http://schemas.openxmlformats.org/drawingml/2006/main">
              <a:ext uri="{FF2B5EF4-FFF2-40B4-BE49-F238E27FC236}">
                <a16:creationId xmlns:a16="http://schemas.microsoft.com/office/drawing/2014/main" id="{4E812120-61F9-4FE3-9250-AE0A2499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007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  <p:sp>
        <p:nvSpPr>
          <p:cNvPr id="27" name="text-149">
            <a:extLst xmlns:a="http://schemas.openxmlformats.org/drawingml/2006/main">
              <a:ext uri="{FF2B5EF4-FFF2-40B4-BE49-F238E27FC236}">
                <a16:creationId xmlns:a16="http://schemas.microsoft.com/office/drawing/2014/main" id="{BED2DE62-8EB2-4798-9374-13237892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删失：Y00 有 30/720、Y01 有 10/720 次从未达标，中位数按达标者计</a:t>
            </a:r>
          </a:p>
        </p:txBody>
      </p:sp>
    </p:spTree>
    <p:extLst>
      <p:ext uri="{BB962C8B-B14F-4D97-AF65-F5344CB8AC3E}">
        <p14:creationId xmlns:p14="http://schemas.microsoft.com/office/powerpoint/2010/main" val="4278509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50">
            <a:extLst xmlns:a="http://schemas.openxmlformats.org/drawingml/2006/main">
              <a:ext uri="{FF2B5EF4-FFF2-40B4-BE49-F238E27FC236}">
                <a16:creationId xmlns:a16="http://schemas.microsoft.com/office/drawing/2014/main" id="{EED8753E-5F1D-4CB3-A1C9-E6F291DB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附录 · 危险格剂量扫描</a:t>
            </a:r>
          </a:p>
        </p:txBody>
      </p:sp>
      <p:sp>
        <p:nvSpPr>
          <p:cNvPr id="2" name="text-151">
            <a:extLst xmlns:a="http://schemas.openxmlformats.org/drawingml/2006/main">
              <a:ext uri="{FF2B5EF4-FFF2-40B4-BE49-F238E27FC236}">
                <a16:creationId xmlns:a16="http://schemas.microsoft.com/office/drawing/2014/main" id="{763D1AC2-DC61-49D5-A45D-0DA72B79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万步预算；逐种子记录已缺失，不能重算区间</a:t>
            </a:r>
          </a:p>
        </p:txBody>
      </p:sp>
      <p:sp>
        <p:nvSpPr>
          <p:cNvPr id="3" name="text-152">
            <a:extLst xmlns:a="http://schemas.openxmlformats.org/drawingml/2006/main">
              <a:ext uri="{FF2B5EF4-FFF2-40B4-BE49-F238E27FC236}">
                <a16:creationId xmlns:a16="http://schemas.microsoft.com/office/drawing/2014/main" id="{120848D3-FB41-4D9D-BB70-C26F4F04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1a606c4f28492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D07C0-F101-41BB-AC94-7C519B5F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53">
            <a:extLst xmlns:a="http://schemas.openxmlformats.org/drawingml/2006/main">
              <a:ext uri="{FF2B5EF4-FFF2-40B4-BE49-F238E27FC236}">
                <a16:creationId xmlns:a16="http://schemas.microsoft.com/office/drawing/2014/main" id="{FA7CCBE8-9E24-410F-8B54-1A5487E5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54">
            <a:extLst xmlns:a="http://schemas.openxmlformats.org/drawingml/2006/main">
              <a:ext uri="{FF2B5EF4-FFF2-40B4-BE49-F238E27FC236}">
                <a16:creationId xmlns:a16="http://schemas.microsoft.com/office/drawing/2014/main" id="{3B516ED9-803A-400A-BA78-FF931E21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不可逆性放大的是复用，不是路由（无危险格时两臂同为 100%）</a:t>
            </a:r>
          </a:p>
        </p:txBody>
      </p:sp>
    </p:spTree>
    <p:extLst>
      <p:ext uri="{BB962C8B-B14F-4D97-AF65-F5344CB8AC3E}">
        <p14:creationId xmlns:p14="http://schemas.microsoft.com/office/powerpoint/2010/main" val="83143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2026-09-16T05:02:20.4400000Z</dcterms:created>
  <dcterms:modified xsi:type="dcterms:W3CDTF">2026-09-16T05:02:20.4400000Z</dcterms:modified>
</coreProperties>
</file>