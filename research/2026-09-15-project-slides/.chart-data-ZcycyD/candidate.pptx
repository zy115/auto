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6f52b97f942e6" /><Relationship Type="http://schemas.openxmlformats.org/officeDocument/2006/relationships/extended-properties" Target="/docProps/app.xml" Id="Rc4e0736ab91647fb" /><Relationship Type="http://schemas.openxmlformats.org/officeDocument/2006/relationships/officeDocument" Target="/ppt/presentation.xml" Id="Rc0db88b4c01a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e897492de470d"/>
  </p:sldMasterIdLst>
  <p:notesMasterIdLst>
    <p:notesMasterId xmlns:r="http://schemas.openxmlformats.org/officeDocument/2006/relationships" r:id="R735fd166ef0843b6"/>
  </p:notesMasterIdLst>
  <p:sldIdLst>
    <p:sldId xmlns:r="http://schemas.openxmlformats.org/officeDocument/2006/relationships" id="256" r:id="Raa1e64a019a0411b"/>
    <p:sldId xmlns:r="http://schemas.openxmlformats.org/officeDocument/2006/relationships" id="257" r:id="R6aaf8477f4e74ceb"/>
    <p:sldId xmlns:r="http://schemas.openxmlformats.org/officeDocument/2006/relationships" id="258" r:id="R16f573b728304634"/>
    <p:sldId xmlns:r="http://schemas.openxmlformats.org/officeDocument/2006/relationships" id="259" r:id="R83ac31feca84488e"/>
    <p:sldId xmlns:r="http://schemas.openxmlformats.org/officeDocument/2006/relationships" id="260" r:id="Rbb9863c8adff4c45"/>
    <p:sldId xmlns:r="http://schemas.openxmlformats.org/officeDocument/2006/relationships" id="261" r:id="Re3c9cbbc9c27490d"/>
    <p:sldId xmlns:r="http://schemas.openxmlformats.org/officeDocument/2006/relationships" id="262" r:id="R11178dd0c83047a1"/>
    <p:sldId xmlns:r="http://schemas.openxmlformats.org/officeDocument/2006/relationships" id="263" r:id="Rd97e13c08dae44c3"/>
    <p:sldId xmlns:r="http://schemas.openxmlformats.org/officeDocument/2006/relationships" id="264" r:id="R7546e67a9b5549f4"/>
    <p:sldId xmlns:r="http://schemas.openxmlformats.org/officeDocument/2006/relationships" id="265" r:id="R32fe70361a6a4275"/>
    <p:sldId xmlns:r="http://schemas.openxmlformats.org/officeDocument/2006/relationships" id="266" r:id="R2965b23205ab48f6"/>
    <p:sldId xmlns:r="http://schemas.openxmlformats.org/officeDocument/2006/relationships" id="267" r:id="R09eefa88828c4dd3"/>
    <p:sldId xmlns:r="http://schemas.openxmlformats.org/officeDocument/2006/relationships" id="268" r:id="R1afa8a256ba34021"/>
    <p:sldId xmlns:r="http://schemas.openxmlformats.org/officeDocument/2006/relationships" id="269" r:id="Re40a425f6ca747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d25a12a114991" /><Relationship Type="http://schemas.openxmlformats.org/officeDocument/2006/relationships/slideMaster" Target="/ppt/slideMasters/slideMaster1.xml" Id="R816e897492de470d" /><Relationship Type="http://schemas.openxmlformats.org/officeDocument/2006/relationships/notesMaster" Target="/ppt/notesMasters/notesMaster1.xml" Id="R735fd166ef0843b6" /><Relationship Type="http://schemas.openxmlformats.org/officeDocument/2006/relationships/presProps" Target="/ppt/presProps.xml" Id="Rbbf88fae9c474a83" /><Relationship Type="http://schemas.openxmlformats.org/officeDocument/2006/relationships/tableStyles" Target="/ppt/tableStyles.xml" Id="R803b0e3d2ea742a4" /><Relationship Type="http://schemas.openxmlformats.org/officeDocument/2006/relationships/slide" Target="/ppt/slides/slide1.xml" Id="Raa1e64a019a0411b" /><Relationship Type="http://schemas.openxmlformats.org/officeDocument/2006/relationships/slide" Target="/ppt/slides/slide2.xml" Id="R6aaf8477f4e74ceb" /><Relationship Type="http://schemas.openxmlformats.org/officeDocument/2006/relationships/slide" Target="/ppt/slides/slide3.xml" Id="R16f573b728304634" /><Relationship Type="http://schemas.openxmlformats.org/officeDocument/2006/relationships/slide" Target="/ppt/slides/slide4.xml" Id="R83ac31feca84488e" /><Relationship Type="http://schemas.openxmlformats.org/officeDocument/2006/relationships/slide" Target="/ppt/slides/slide5.xml" Id="Rbb9863c8adff4c45" /><Relationship Type="http://schemas.openxmlformats.org/officeDocument/2006/relationships/slide" Target="/ppt/slides/slide6.xml" Id="Re3c9cbbc9c27490d" /><Relationship Type="http://schemas.openxmlformats.org/officeDocument/2006/relationships/slide" Target="/ppt/slides/slide7.xml" Id="R11178dd0c83047a1" /><Relationship Type="http://schemas.openxmlformats.org/officeDocument/2006/relationships/slide" Target="/ppt/slides/slide8.xml" Id="Rd97e13c08dae44c3" /><Relationship Type="http://schemas.openxmlformats.org/officeDocument/2006/relationships/slide" Target="/ppt/slides/slide9.xml" Id="R7546e67a9b5549f4" /><Relationship Type="http://schemas.openxmlformats.org/officeDocument/2006/relationships/slide" Target="/ppt/slides/slide10.xml" Id="R32fe70361a6a4275" /><Relationship Type="http://schemas.openxmlformats.org/officeDocument/2006/relationships/slide" Target="/ppt/slides/slide11.xml" Id="R2965b23205ab48f6" /><Relationship Type="http://schemas.openxmlformats.org/officeDocument/2006/relationships/slide" Target="/ppt/slides/slide12.xml" Id="R09eefa88828c4dd3" /><Relationship Type="http://schemas.openxmlformats.org/officeDocument/2006/relationships/slide" Target="/ppt/slides/slide13.xml" Id="R1afa8a256ba34021" /><Relationship Type="http://schemas.openxmlformats.org/officeDocument/2006/relationships/slide" Target="/ppt/slides/slide14.xml" Id="Re40a425f6ca7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c362382df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700041c1b40b6" /><Relationship Type="http://schemas.openxmlformats.org/officeDocument/2006/relationships/notesMaster" Target="/ppt/notesMasters/notesMaster1.xml" Id="R28c16c388fb546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f1db3a329347f5" /><Relationship Type="http://schemas.openxmlformats.org/officeDocument/2006/relationships/notesMaster" Target="/ppt/notesMasters/notesMaster1.xml" Id="R06c0768e10fe43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9be92c5ce4329" /><Relationship Type="http://schemas.openxmlformats.org/officeDocument/2006/relationships/notesMaster" Target="/ppt/notesMasters/notesMaster1.xml" Id="Rc2b55ef7a438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d79facd1f42a4" /><Relationship Type="http://schemas.openxmlformats.org/officeDocument/2006/relationships/notesMaster" Target="/ppt/notesMasters/notesMaster1.xml" Id="R0576f72e63f6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9d73338b74734" /><Relationship Type="http://schemas.openxmlformats.org/officeDocument/2006/relationships/notesMaster" Target="/ppt/notesMasters/notesMaster1.xml" Id="R48b25d6a732642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fe7a1590542ff" /><Relationship Type="http://schemas.openxmlformats.org/officeDocument/2006/relationships/notesMaster" Target="/ppt/notesMasters/notesMaster1.xml" Id="Rfb4a510b7e3841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2ac72ceea4f60" /><Relationship Type="http://schemas.openxmlformats.org/officeDocument/2006/relationships/notesMaster" Target="/ppt/notesMasters/notesMaster1.xml" Id="R041d1c5cb7614c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e663c90964327" /><Relationship Type="http://schemas.openxmlformats.org/officeDocument/2006/relationships/notesMaster" Target="/ppt/notesMasters/notesMaster1.xml" Id="R2dd5761c1584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0bfe038c8e47f4" /><Relationship Type="http://schemas.openxmlformats.org/officeDocument/2006/relationships/notesMaster" Target="/ppt/notesMasters/notesMaster1.xml" Id="R19ef81b068284b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1ad185b27c44e0" /><Relationship Type="http://schemas.openxmlformats.org/officeDocument/2006/relationships/notesMaster" Target="/ppt/notesMasters/notesMaster1.xml" Id="R984ae7f24d364a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63ae1615124db4" /><Relationship Type="http://schemas.openxmlformats.org/officeDocument/2006/relationships/notesMaster" Target="/ppt/notesMasters/notesMaster1.xml" Id="R0796a0c2054e44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2d4754412d4d28" /><Relationship Type="http://schemas.openxmlformats.org/officeDocument/2006/relationships/notesMaster" Target="/ppt/notesMasters/notesMaster1.xml" Id="R71a8e9fd7c3b4e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b5f1d57cad4705" /><Relationship Type="http://schemas.openxmlformats.org/officeDocument/2006/relationships/notesMaster" Target="/ppt/notesMasters/notesMaster1.xml" Id="R6450ed27b2ed48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cd67053f854215" /><Relationship Type="http://schemas.openxmlformats.org/officeDocument/2006/relationships/notesMaster" Target="/ppt/notesMasters/notesMaster1.xml" Id="R550c4518306443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2b8cf5a440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5659811254446f" /><Relationship Type="http://schemas.openxmlformats.org/officeDocument/2006/relationships/slideLayout" Target="/ppt/slideLayouts/slideLayout1.xml" Id="R71d7f224f7b3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7f224f7b3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7bb5fccad4d7c" /><Relationship Type="http://schemas.openxmlformats.org/officeDocument/2006/relationships/notesSlide" Target="/ppt/notesSlides/notesSlide1.xml" Id="Rd1130452466f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9f61cf66434e" /><Relationship Type="http://schemas.openxmlformats.org/officeDocument/2006/relationships/chart" Target="/ppt/slides/charts/chart1.xml" Id="Rf5dab9e581294ad9" /><Relationship Type="http://schemas.openxmlformats.org/officeDocument/2006/relationships/chart" Target="/ppt/slides/charts/chart2.xml" Id="Rb2b57ff14989492f" /><Relationship Type="http://schemas.openxmlformats.org/officeDocument/2006/relationships/notesSlide" Target="/ppt/notesSlides/notesSlide2.xml" Id="Rbf48a876fcc2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deaf05a24e51" /><Relationship Type="http://schemas.openxmlformats.org/officeDocument/2006/relationships/notesSlide" Target="/ppt/notesSlides/notesSlide3.xml" Id="R4c2cdc315b3f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f9f0eaedf4ada" /><Relationship Type="http://schemas.openxmlformats.org/officeDocument/2006/relationships/notesSlide" Target="/ppt/notesSlides/notesSlide4.xml" Id="R91f8f12263cf47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f147cba6424c" /><Relationship Type="http://schemas.openxmlformats.org/officeDocument/2006/relationships/notesSlide" Target="/ppt/notesSlides/notesSlide5.xml" Id="R30fd22e65b3e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d50fecf5a4dc2" /><Relationship Type="http://schemas.openxmlformats.org/officeDocument/2006/relationships/notesSlide" Target="/ppt/notesSlides/notesSlide6.xml" Id="Rd0b0ce3c658e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a22e85934d80" /><Relationship Type="http://schemas.openxmlformats.org/officeDocument/2006/relationships/chart" Target="/ppt/slides/charts/chart3.xml" Id="R6debf42d997249ba" /><Relationship Type="http://schemas.openxmlformats.org/officeDocument/2006/relationships/notesSlide" Target="/ppt/notesSlides/notesSlide7.xml" Id="R79cd28d95cbc47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260ab3bbf4d0d" /><Relationship Type="http://schemas.openxmlformats.org/officeDocument/2006/relationships/notesSlide" Target="/ppt/notesSlides/notesSlide8.xml" Id="R66245e3b5530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36ab15049463d" /><Relationship Type="http://schemas.openxmlformats.org/officeDocument/2006/relationships/chart" Target="/ppt/slides/charts/chart4.xml" Id="Rc042927a1f1146d7" /><Relationship Type="http://schemas.openxmlformats.org/officeDocument/2006/relationships/chart" Target="/ppt/slides/charts/chart5.xml" Id="R845965cfe294442a" /><Relationship Type="http://schemas.openxmlformats.org/officeDocument/2006/relationships/chart" Target="/ppt/slides/charts/chart6.xml" Id="R7f3eb7b01bca4b09" /><Relationship Type="http://schemas.openxmlformats.org/officeDocument/2006/relationships/notesSlide" Target="/ppt/notesSlides/notesSlide9.xml" Id="R2ddf48d6ebc942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250ad5374447f" /><Relationship Type="http://schemas.openxmlformats.org/officeDocument/2006/relationships/chart" Target="/ppt/slides/charts/chart7.xml" Id="Rb318062022454d95" /><Relationship Type="http://schemas.openxmlformats.org/officeDocument/2006/relationships/notesSlide" Target="/ppt/notesSlides/notesSlide10.xml" Id="R70f9f13310bc4d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add429edc45ba" /><Relationship Type="http://schemas.openxmlformats.org/officeDocument/2006/relationships/chart" Target="/ppt/slides/charts/chart8.xml" Id="R2f80c3673d524451" /><Relationship Type="http://schemas.openxmlformats.org/officeDocument/2006/relationships/notesSlide" Target="/ppt/notesSlides/notesSlide11.xml" Id="R4716cb2930bf4f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eddd163f842ce" /><Relationship Type="http://schemas.openxmlformats.org/officeDocument/2006/relationships/chart" Target="/ppt/slides/charts/chart9.xml" Id="Rb782f2b5ad984846" /><Relationship Type="http://schemas.openxmlformats.org/officeDocument/2006/relationships/notesSlide" Target="/ppt/notesSlides/notesSlide12.xml" Id="R4615204ce80f42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1b5b818ef48e1" /><Relationship Type="http://schemas.openxmlformats.org/officeDocument/2006/relationships/chart" Target="/ppt/slides/charts/chart10.xml" Id="Rbf9a19ad5dde4f7b" /><Relationship Type="http://schemas.openxmlformats.org/officeDocument/2006/relationships/notesSlide" Target="/ppt/notesSlides/notesSlide13.xml" Id="R5a45f7fbdc6246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01abd8554673" /><Relationship Type="http://schemas.openxmlformats.org/officeDocument/2006/relationships/notesSlide" Target="/ppt/notesSlides/notesSlide14.xml" Id="Rf38ec06a48e244b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FDD12638-B178-42F3-A32A-CEE81424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20CE58C-1DA1-401B-A21E-4DCEE2B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4426D76-E5C9-444C-8452-3C69C72F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4B51E-439B-42A3-8165-B04E1A9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98D3-3874-4A9A-8E16-611AFA4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B9836-6529-4C47-B059-4836CE9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D91ED-E0E4-4B67-A52D-6149BA39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885FF-3CFD-4CE8-9B1B-426E169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1EA7-30AA-487C-9BE7-221F374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80FB9-F288-4EAD-A22C-1F3480C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D3A91-1AAB-4320-A31E-23B4F96F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40713-35ED-4A36-994E-CC16D7E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0DD60-DB90-43BE-9D23-B382657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50981-47BC-439D-A101-10F30407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067EC-724A-49C6-954C-63B77B8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59955-7719-4E48-A390-503F56A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A1C63-62E5-4C5C-A721-12A562C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4E781-0837-49FA-95F4-7DE1E0A2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BCECF-CCC3-4DFC-BC63-604D3B4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FF16C-C2C9-4339-8DBA-46198174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FA880-8FB7-47C6-AF87-444AEA6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B843C-AE97-4122-A545-ECE1533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1F943-2D33-4D94-897F-F8F73DE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E8921-09EA-48A4-A211-A545926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160B5-0C23-4F31-9DF4-01C84D2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9069B-6E9E-4B3E-8EEA-0E93C12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AC1C3-2EAE-42BA-B668-67B4861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25E46-3C70-45C2-8B90-F8B2941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687C6-E8AF-47A8-8E3D-47A7B837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15695-AF0D-4F75-8E53-E7858FD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5445E-E11C-45DF-B76A-D8EC3F6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0E5EB-D84D-4F2F-A088-23D1E2EB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ACC89-0EA4-4EC8-A50F-E34B332D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06AF6C-70EF-4694-A540-37D682B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5A55C2-EE69-4676-B7DF-E97CA6D9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CE464-70F5-4B0A-9C3B-2724D4A3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44D7F1-718B-42C4-94A2-11DD5D9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79F65-D227-4360-AA89-27D48564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DB3DE1-5F94-47CF-BA28-5AE72350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9DF64FA9-C8CB-4580-9EE4-7B4DD49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BFB9B3CD-BAD4-415C-BFE3-24C40C8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04BA873B-086A-4B01-B1DF-7B00C58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32399611-62D0-46A8-9924-2892ECC6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C69679F2-0DC8-4D2D-8DFE-9B68556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27179DA8-449A-41E4-B0EB-98B07F91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BFEE29-FC72-4A40-9A7D-AD824989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BF3C79-8A58-4DD0-8C71-21016DD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9DC8D-63F9-4CFE-86D5-637DEE94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BB32F9-4AFB-47B5-8940-3AF58AA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20F9ED8D-B527-414E-8700-FBEFF82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9BD923F4-38F6-4071-A06C-F29EB96E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2091806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1DF26DB7-8A82-4107-8F3E-021253CD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B6FDFBE7-4AE1-4263-859E-BED2916B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00FC4758-1EA5-4302-A35B-0F50CA4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5BD2304F-7BCF-46CB-AD45-E9AEE99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16A7A2CB-26B5-4B26-B8D9-5E9F3E6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dab9e581294ad9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b57ff14989492f"/>
          </a:graphicData>
        </a:graphic>
      </p:graphicFrame>
    </p:spTree>
    <p:extLst>
      <p:ext uri="{BB962C8B-B14F-4D97-AF65-F5344CB8AC3E}">
        <p14:creationId xmlns:p14="http://schemas.microsoft.com/office/powerpoint/2010/main" val="1226130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8A222380-4BEC-451F-815C-CCFC55F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81CFCC0B-57B7-47E1-A14B-E6BADAA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0809787B-E3DC-4BB1-B68D-69DD9917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FC80808C-DC4B-4E5F-BE12-FD6E44D0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ED1A0595-EC55-495B-BAD2-6F5ADC1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A766212D-9A20-4042-9D88-0E58B3F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373E7-11DE-4FDD-8951-2C243F2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9EACFA6B-351E-431E-A8BD-FE0F19D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C5EAC23F-94B3-470A-BCBB-A56C67CA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52381-ACFA-4238-AA14-E860514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038081DE-0D2D-4BDB-9171-C27702D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439495C4-A59E-472A-B883-82676D99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B7661-FB96-4209-94E6-9881D9D3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B562898F-8984-4078-BD11-52A2862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E7F8341D-8F83-4ABD-8E5A-950ACAF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3AD3A-38B6-4D27-99B5-54C4FAA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ECDF4FF4-A8FA-4051-B6E0-4A118A6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1CC7FC08-CD05-46CA-A282-896E952C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2EBE645B-4078-4209-A408-D24CC84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BC72B-E50B-455D-A1AC-6A222BD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569EF-F617-4A01-922C-FE39C61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59EBE-E0E2-4E02-BD9F-1226C74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DB35C-DC42-4BE3-9BF7-FEE973A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81C4F0B0-DF6A-4A87-942F-3A3BD2CB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87CF8FEE-C86D-4066-8694-5C7A8CDF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F5DBFACC-8BD1-450D-9270-2489696B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23838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5">
            <a:extLst xmlns:a="http://schemas.openxmlformats.org/drawingml/2006/main">
              <a:ext uri="{FF2B5EF4-FFF2-40B4-BE49-F238E27FC236}">
                <a16:creationId xmlns:a16="http://schemas.microsoft.com/office/drawing/2014/main" id="{D693E3CC-E02A-4AA0-891E-30186E7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95419493-CD40-43CB-8574-0ACCD8E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咖啡：A = 先倒热水，B = 先放粉，E = 倒水。两边都做了 2 步、刚倒完水，下一步却是热泡过滤 vs 冷萃等 12 小时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C7A0A1AD-9C5B-405D-B89B-1C12B50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6C2FB06D-3CD6-4EFC-8262-018F389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33D975B5-5C01-4819-81C1-49AEBC6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72E2F843-658F-45DE-8D46-2380BDB0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15886-2B97-4B90-948C-A635BFCD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72F72-14DF-47DB-8D62-0B4E95C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1DE27-D733-4A72-B599-19101771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47D93-CFE8-4FB0-9225-E9B5D9D9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E1F8F-3B8A-4F0C-A837-6CD7CC5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AA3FB-EE4A-4145-98F4-9824987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4956A9CF-D588-48FC-85D8-CDF41946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928F5D39-99E8-4F00-9AA9-98FEA6D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399F23FC-5E21-4F7A-B20E-77F47E3B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</p:spTree>
    <p:extLst>
      <p:ext uri="{BB962C8B-B14F-4D97-AF65-F5344CB8AC3E}">
        <p14:creationId xmlns:p14="http://schemas.microsoft.com/office/powerpoint/2010/main" val="786903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32AB57A2-1D53-4B4A-87F2-E2FA65CC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38925CDB-FC68-4C7E-A6BF-AAD184C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4DD8FAD6-C59A-486D-BC19-1E583C06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07F2087A-EAA8-4298-81FB-3141B00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82FA7-7B70-4A3E-9A9B-F26B1769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5A810-47CF-40AA-8C39-025B7EF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AB4AF-1E46-4756-ABA9-BB1E8D81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BF5D-4AC3-4487-B05A-8E5585D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9F0C0-1047-4ED6-AF54-6C48A77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9774F-7247-43D4-B4A5-8F99B38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A36F-4DF1-4B59-9B41-D077B1AB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4AB7D68C-C3EF-4363-AD59-A8E32AD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49">
            <a:extLst xmlns:a="http://schemas.openxmlformats.org/drawingml/2006/main">
              <a:ext uri="{FF2B5EF4-FFF2-40B4-BE49-F238E27FC236}">
                <a16:creationId xmlns:a16="http://schemas.microsoft.com/office/drawing/2014/main" id="{BF6781A3-B88B-4F5F-B35E-38A749F0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0">
            <a:extLst xmlns:a="http://schemas.openxmlformats.org/drawingml/2006/main">
              <a:ext uri="{FF2B5EF4-FFF2-40B4-BE49-F238E27FC236}">
                <a16:creationId xmlns:a16="http://schemas.microsoft.com/office/drawing/2014/main" id="{8A41A692-3253-4D59-9000-ED79376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CA483-B85C-4771-9B7D-8515BFB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0ECAB58F-FBB0-411D-93C6-2DC1D28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7EE68943-76D0-48A3-AD99-51EF192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F1A8E4E7-2BBC-4E84-83ED-6A10D42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54">
            <a:extLst xmlns:a="http://schemas.openxmlformats.org/drawingml/2006/main">
              <a:ext uri="{FF2B5EF4-FFF2-40B4-BE49-F238E27FC236}">
                <a16:creationId xmlns:a16="http://schemas.microsoft.com/office/drawing/2014/main" id="{0C2CBEE4-D769-407D-AD01-1CA5C9AE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55">
            <a:extLst xmlns:a="http://schemas.openxmlformats.org/drawingml/2006/main">
              <a:ext uri="{FF2B5EF4-FFF2-40B4-BE49-F238E27FC236}">
                <a16:creationId xmlns:a16="http://schemas.microsoft.com/office/drawing/2014/main" id="{5B40963A-96C3-4B37-8583-3A45329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351926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35C95B2E-1494-43B6-947A-F02B7F69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9EDE036E-FC03-4A99-9356-B8E4ACC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F2CA031B-777B-4ECB-80C4-1EF87233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58D31110-7322-45AE-A71D-2CF3A26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8FA8CBF6-C567-42B9-B531-512B8CB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42C66E25-0EA0-4FD2-BE3E-525ADBD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F85A9-4C5F-4BF9-A9DA-42D08DE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E4C79-66EE-4573-B83A-B0E1481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2B5CD-3D81-40DB-B4B4-5A31AA5E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C766-FFBA-445F-8665-1D7D638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4CDE5-8CBB-46A3-B061-9B96599D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5C5EA-2C0D-4E59-BD04-24BDD0C2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E5148-37F4-46CB-8AE9-C4CC66D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B2BC2-22CD-441C-BF27-379D8FC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7796C-1170-4D73-AC74-98F43DCB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80AF0-A9D6-4E43-8F9E-35F294E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3775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FABDAD51-A1CE-42C6-B140-F361FC8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33482B80-EFE8-413D-A8D4-968F1FC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F4174481-4CF3-49A4-B8F9-59CAAF7F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ebf42d997249ba"/>
          </a:graphicData>
        </a:graphic>
      </p:graphicFrame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8E812F83-9D2C-4125-90BB-BABDF22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4D282D9D-1EFD-4109-B498-6055062F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8E6DD24A-FF74-4E54-9771-38BF691D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EF46B1E2-0AE5-4478-BBD9-8E477FA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1181146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69">
            <a:extLst xmlns:a="http://schemas.openxmlformats.org/drawingml/2006/main">
              <a:ext uri="{FF2B5EF4-FFF2-40B4-BE49-F238E27FC236}">
                <a16:creationId xmlns:a16="http://schemas.microsoft.com/office/drawing/2014/main" id="{89291E69-E459-437F-BC25-F81301A1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5F87B915-8BEE-4722-A952-E7C72CC4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0977D284-CAC6-4BB5-823B-B8756A2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620076A1-673E-48E5-B5BE-963CDAF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73">
            <a:extLst xmlns:a="http://schemas.openxmlformats.org/drawingml/2006/main">
              <a:ext uri="{FF2B5EF4-FFF2-40B4-BE49-F238E27FC236}">
                <a16:creationId xmlns:a16="http://schemas.microsoft.com/office/drawing/2014/main" id="{2E753A59-7EDB-4714-BC07-337D826C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9858B-7C23-424A-B248-4A29D1E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91ED8-774D-4CDF-8256-2A619EA9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383A-479F-4324-8DA8-4F80EFE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08E0E9CB-F544-4ABF-9F95-2C9C3ED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AE4B6FD9-E163-4A12-9B50-E5B4BFB2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634B1E72-77AB-4994-929A-4BA26E53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7D8F5-6228-4948-B0E4-D7DA475E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150DE-057A-4B50-8548-D878BB9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67ADC-E1D8-4D2D-9ECD-F1278214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FB8D3-1CFA-4B4B-86CC-FA9B0E7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CB19C-3420-4D38-94E1-45D0E05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3FE5F-16DD-42A7-871E-59A5DBF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77">
            <a:extLst xmlns:a="http://schemas.openxmlformats.org/drawingml/2006/main">
              <a:ext uri="{FF2B5EF4-FFF2-40B4-BE49-F238E27FC236}">
                <a16:creationId xmlns:a16="http://schemas.microsoft.com/office/drawing/2014/main" id="{13AEF469-C3C5-4FB4-A46D-BE3DAA44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2126232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5DA6487C-7534-47B5-A036-D76752D6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03F509EE-A937-4C33-A1EE-A147CF1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B084E19A-4E62-4514-9BF3-96198C4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80EC1816-189F-47F3-8A6C-63D4E59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C6E88886-BB5F-4C9F-864A-21E49D18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2E025C24-845B-457D-8193-AE5DBBBF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2927a1f1146d7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5965cfe294442a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3eb7b01bca4b09"/>
          </a:graphicData>
        </a:graphic>
      </p:graphicFrame>
    </p:spTree>
    <p:extLst>
      <p:ext uri="{BB962C8B-B14F-4D97-AF65-F5344CB8AC3E}">
        <p14:creationId xmlns:p14="http://schemas.microsoft.com/office/powerpoint/2010/main" val="1424942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7A953F74-EB2C-4278-A9F0-7A8F474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148445CD-03E0-40C7-8B4C-90F1959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820BBBD5-4656-4B4D-BFD0-3B05136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18062022454d95"/>
          </a:graphicData>
        </a:graphic>
      </p:graphicFrame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260C9B7D-D7B9-4FED-AFCD-DAFE3718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9002F40A-37D9-44CC-8B23-C8A05B2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B010F23A-1F1A-4FB5-9D79-3444E0D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063F65B6-5EA2-49BB-AFE6-B3490E1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799645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35AF394E-3AC0-4D2D-AD10-711A93A5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0EC27393-C05D-42A7-8389-58AEB5D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62A8BBCD-ABCB-4151-ABEF-A0F9835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DB72482D-3E56-4544-8CF2-467C5DD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65DB1433-898B-4454-BE93-F807E61B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3A684-A426-4B7B-9D98-AD19DDB8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32E7B-3F38-47E4-B56C-9821D3F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C6D6F-2F0C-420D-A0B8-117CA67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3DCA2-F6B8-4A0F-BDE9-C651F7C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72515-3C2F-456C-8582-6C4EC0E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96">
            <a:extLst xmlns:a="http://schemas.openxmlformats.org/drawingml/2006/main">
              <a:ext uri="{FF2B5EF4-FFF2-40B4-BE49-F238E27FC236}">
                <a16:creationId xmlns:a16="http://schemas.microsoft.com/office/drawing/2014/main" id="{4BEBFC95-5B39-4C76-A1AE-5F46D3E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7314EDF9-5CC9-4290-A06B-7734DCF2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80c3673d524451"/>
          </a:graphicData>
        </a:graphic>
      </p:graphicFrame>
      <p:sp>
        <p:nvSpPr>
          <p:cNvPr id="18" name="text-98">
            <a:extLst xmlns:a="http://schemas.openxmlformats.org/drawingml/2006/main">
              <a:ext uri="{FF2B5EF4-FFF2-40B4-BE49-F238E27FC236}">
                <a16:creationId xmlns:a16="http://schemas.microsoft.com/office/drawing/2014/main" id="{1D269B12-E1D8-4AFF-8AFC-6B4DA89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328382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99">
            <a:extLst xmlns:a="http://schemas.openxmlformats.org/drawingml/2006/main">
              <a:ext uri="{FF2B5EF4-FFF2-40B4-BE49-F238E27FC236}">
                <a16:creationId xmlns:a16="http://schemas.microsoft.com/office/drawing/2014/main" id="{5A1A3F9F-8B9C-41A6-8FB0-40A4C4E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89B43913-CBAD-4A8C-9A30-F9F64545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A333DA3C-D189-46CF-B926-5426BB5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458BE74C-8ABB-4CA7-8E48-B59A879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760D59FE-B6C7-4F69-A061-0C121E70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F65AAA31-D983-4CAE-BF9D-B8B9DAF7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BB7F59F7-CE2F-47A3-96FC-5516431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FB358-DB8E-4AD3-A8C5-0E919AE0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B257CCF4-925D-4618-BF7C-02126580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07">
            <a:extLst xmlns:a="http://schemas.openxmlformats.org/drawingml/2006/main">
              <a:ext uri="{FF2B5EF4-FFF2-40B4-BE49-F238E27FC236}">
                <a16:creationId xmlns:a16="http://schemas.microsoft.com/office/drawing/2014/main" id="{744BF765-0EB9-48F6-9AFB-E69B4A83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904734FF-F694-4B5B-B5B3-D77B01B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CC92E-4394-469C-9BB9-5321E73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967E2680-6162-42B6-B43A-F87B0FDC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3F78087D-8DAA-4021-B670-BE2A7570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314224A4-B05B-4F7E-A55B-55B003DF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6C6AC-CB55-4409-9085-F0D7F584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12">
            <a:extLst xmlns:a="http://schemas.openxmlformats.org/drawingml/2006/main">
              <a:ext uri="{FF2B5EF4-FFF2-40B4-BE49-F238E27FC236}">
                <a16:creationId xmlns:a16="http://schemas.microsoft.com/office/drawing/2014/main" id="{9B8C1AF5-7318-4AE7-B65A-BB8017A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13">
            <a:extLst xmlns:a="http://schemas.openxmlformats.org/drawingml/2006/main">
              <a:ext uri="{FF2B5EF4-FFF2-40B4-BE49-F238E27FC236}">
                <a16:creationId xmlns:a16="http://schemas.microsoft.com/office/drawing/2014/main" id="{FB201FD8-AA8B-4D57-AA24-3F3DD33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14">
            <a:extLst xmlns:a="http://schemas.openxmlformats.org/drawingml/2006/main">
              <a:ext uri="{FF2B5EF4-FFF2-40B4-BE49-F238E27FC236}">
                <a16:creationId xmlns:a16="http://schemas.microsoft.com/office/drawing/2014/main" id="{F99119C2-ED24-4949-947F-817A40D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6E96D-0A24-4859-823A-4586652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15">
            <a:extLst xmlns:a="http://schemas.openxmlformats.org/drawingml/2006/main">
              <a:ext uri="{FF2B5EF4-FFF2-40B4-BE49-F238E27FC236}">
                <a16:creationId xmlns:a16="http://schemas.microsoft.com/office/drawing/2014/main" id="{62CC5E98-BE46-48F8-B262-DB19AB3F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16">
            <a:extLst xmlns:a="http://schemas.openxmlformats.org/drawingml/2006/main">
              <a:ext uri="{FF2B5EF4-FFF2-40B4-BE49-F238E27FC236}">
                <a16:creationId xmlns:a16="http://schemas.microsoft.com/office/drawing/2014/main" id="{CB8DF3B0-3FA9-45EB-AC10-70ACE490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17">
            <a:extLst xmlns:a="http://schemas.openxmlformats.org/drawingml/2006/main">
              <a:ext uri="{FF2B5EF4-FFF2-40B4-BE49-F238E27FC236}">
                <a16:creationId xmlns:a16="http://schemas.microsoft.com/office/drawing/2014/main" id="{57405065-999E-4BBA-A386-A74A3ED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18">
            <a:extLst xmlns:a="http://schemas.openxmlformats.org/drawingml/2006/main">
              <a:ext uri="{FF2B5EF4-FFF2-40B4-BE49-F238E27FC236}">
                <a16:creationId xmlns:a16="http://schemas.microsoft.com/office/drawing/2014/main" id="{94185A95-99EA-4949-A2B5-6D3F21B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82f2b5ad984846"/>
          </a:graphicData>
        </a:graphic>
      </p:graphicFrame>
      <p:sp>
        <p:nvSpPr>
          <p:cNvPr id="26" name="text-119">
            <a:extLst xmlns:a="http://schemas.openxmlformats.org/drawingml/2006/main">
              <a:ext uri="{FF2B5EF4-FFF2-40B4-BE49-F238E27FC236}">
                <a16:creationId xmlns:a16="http://schemas.microsoft.com/office/drawing/2014/main" id="{1B85041F-76C4-480B-ACEC-394A9C4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1176462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9329E5D5-0CEE-4A03-9F31-6E85666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9FD876A9-FB84-41A3-97EE-18AF612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A33A7310-8E4C-4071-8177-EC036FA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9a19ad5dde4f7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B3C84-6DF1-4011-9DA9-946D34C6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18BBC91C-9E90-405E-8A7A-3BD5D6D2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AD672B66-393E-4CF0-A277-82972A43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7239470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5">
            <a:extLst xmlns:a="http://schemas.openxmlformats.org/drawingml/2006/main">
              <a:ext uri="{FF2B5EF4-FFF2-40B4-BE49-F238E27FC236}">
                <a16:creationId xmlns:a16="http://schemas.microsoft.com/office/drawing/2014/main" id="{0DF08557-3EC1-4AF9-B04D-B6D3BB7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26">
            <a:extLst xmlns:a="http://schemas.openxmlformats.org/drawingml/2006/main">
              <a:ext uri="{FF2B5EF4-FFF2-40B4-BE49-F238E27FC236}">
                <a16:creationId xmlns:a16="http://schemas.microsoft.com/office/drawing/2014/main" id="{2E80435D-D70A-4825-BF90-E998E9AA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6DD21BB0-F513-4588-98CD-B9FCF1D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803E1215-8E56-4E73-A608-A107A04A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29">
            <a:extLst xmlns:a="http://schemas.openxmlformats.org/drawingml/2006/main">
              <a:ext uri="{FF2B5EF4-FFF2-40B4-BE49-F238E27FC236}">
                <a16:creationId xmlns:a16="http://schemas.microsoft.com/office/drawing/2014/main" id="{090D94BB-1EF4-45FC-BA95-699F2A95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947A04F8-2E0D-4FD9-AC20-380C8F6E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0B556C5D-2C44-4966-BCA0-4BF6FD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8AF92-8214-4B7E-9D40-6CBD2F6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516CC-247E-433D-AA4C-30E2F722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A1CDD-F3F5-407C-9906-6A459956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74FCC-EADE-4427-A5B2-082C0A9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A9BE8CA3-2200-429B-A148-20539A09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33">
            <a:extLst xmlns:a="http://schemas.openxmlformats.org/drawingml/2006/main">
              <a:ext uri="{FF2B5EF4-FFF2-40B4-BE49-F238E27FC236}">
                <a16:creationId xmlns:a16="http://schemas.microsoft.com/office/drawing/2014/main" id="{57587156-AA90-4EE3-84E7-27E40F0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34">
            <a:extLst xmlns:a="http://schemas.openxmlformats.org/drawingml/2006/main">
              <a:ext uri="{FF2B5EF4-FFF2-40B4-BE49-F238E27FC236}">
                <a16:creationId xmlns:a16="http://schemas.microsoft.com/office/drawing/2014/main" id="{36E895CB-8C22-467F-9DDC-F9F9223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42A86-15D2-42A6-92EE-66C432BC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A6869-FFAA-4CFA-878F-461570B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F2A3A-F396-44D9-A74C-F63E23E4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6A45C-8425-44D3-96C6-BCD1638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35">
            <a:extLst xmlns:a="http://schemas.openxmlformats.org/drawingml/2006/main">
              <a:ext uri="{FF2B5EF4-FFF2-40B4-BE49-F238E27FC236}">
                <a16:creationId xmlns:a16="http://schemas.microsoft.com/office/drawing/2014/main" id="{8F9EC4B8-BBBA-4AC8-A818-B64E189F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CB28E965-A95B-4BD3-8DC6-9F095678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37">
            <a:extLst xmlns:a="http://schemas.openxmlformats.org/drawingml/2006/main">
              <a:ext uri="{FF2B5EF4-FFF2-40B4-BE49-F238E27FC236}">
                <a16:creationId xmlns:a16="http://schemas.microsoft.com/office/drawing/2014/main" id="{DECB2D9E-3F36-4453-A00C-53576C3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99284-C7C3-473A-BDE9-E7BD080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4AB46-E1BA-4480-AD30-7484827B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C2D44-7D4A-4637-A694-2FBBAE8F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91414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2026-09-16T04:37:02.3940000Z</dcterms:created>
  <dcterms:modified xsi:type="dcterms:W3CDTF">2026-09-16T04:37:02.3940000Z</dcterms:modified>
</coreProperties>
</file>