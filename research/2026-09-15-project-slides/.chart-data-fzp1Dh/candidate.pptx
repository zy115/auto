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65164af77f4ce4" /><Relationship Type="http://schemas.openxmlformats.org/officeDocument/2006/relationships/extended-properties" Target="/docProps/app.xml" Id="R349c1e0e37f54308" /><Relationship Type="http://schemas.openxmlformats.org/officeDocument/2006/relationships/officeDocument" Target="/ppt/presentation.xml" Id="R95a4bfebe0ce4d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cf89fb729f47aa"/>
  </p:sldMasterIdLst>
  <p:notesMasterIdLst>
    <p:notesMasterId xmlns:r="http://schemas.openxmlformats.org/officeDocument/2006/relationships" r:id="Re303c424d88f4a45"/>
  </p:notesMasterIdLst>
  <p:sldIdLst>
    <p:sldId xmlns:r="http://schemas.openxmlformats.org/officeDocument/2006/relationships" id="256" r:id="R2c2f151ac8104561"/>
    <p:sldId xmlns:r="http://schemas.openxmlformats.org/officeDocument/2006/relationships" id="257" r:id="R910abc64928049ee"/>
    <p:sldId xmlns:r="http://schemas.openxmlformats.org/officeDocument/2006/relationships" id="258" r:id="R9b0ac1e304ce4ca4"/>
    <p:sldId xmlns:r="http://schemas.openxmlformats.org/officeDocument/2006/relationships" id="259" r:id="Re928e3336e534be6"/>
    <p:sldId xmlns:r="http://schemas.openxmlformats.org/officeDocument/2006/relationships" id="260" r:id="Rf03747a9e6d24afb"/>
    <p:sldId xmlns:r="http://schemas.openxmlformats.org/officeDocument/2006/relationships" id="261" r:id="R48207975feb946b5"/>
    <p:sldId xmlns:r="http://schemas.openxmlformats.org/officeDocument/2006/relationships" id="262" r:id="R123296b20ca847ec"/>
    <p:sldId xmlns:r="http://schemas.openxmlformats.org/officeDocument/2006/relationships" id="263" r:id="R51e0f64798c843c1"/>
    <p:sldId xmlns:r="http://schemas.openxmlformats.org/officeDocument/2006/relationships" id="264" r:id="R4974b4b2709644ce"/>
    <p:sldId xmlns:r="http://schemas.openxmlformats.org/officeDocument/2006/relationships" id="265" r:id="R35066c1ed37046a1"/>
    <p:sldId xmlns:r="http://schemas.openxmlformats.org/officeDocument/2006/relationships" id="266" r:id="R188acc2f28d7415b"/>
    <p:sldId xmlns:r="http://schemas.openxmlformats.org/officeDocument/2006/relationships" id="267" r:id="R5a3f63a706b0490e"/>
    <p:sldId xmlns:r="http://schemas.openxmlformats.org/officeDocument/2006/relationships" id="268" r:id="Rfb9bb3589fa64bea"/>
    <p:sldId xmlns:r="http://schemas.openxmlformats.org/officeDocument/2006/relationships" id="269" r:id="R90910658fcb649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67e457567f4b9a" /><Relationship Type="http://schemas.openxmlformats.org/officeDocument/2006/relationships/slideMaster" Target="/ppt/slideMasters/slideMaster1.xml" Id="R0ecf89fb729f47aa" /><Relationship Type="http://schemas.openxmlformats.org/officeDocument/2006/relationships/notesMaster" Target="/ppt/notesMasters/notesMaster1.xml" Id="Re303c424d88f4a45" /><Relationship Type="http://schemas.openxmlformats.org/officeDocument/2006/relationships/presProps" Target="/ppt/presProps.xml" Id="R34b8ca912b5f4076" /><Relationship Type="http://schemas.openxmlformats.org/officeDocument/2006/relationships/tableStyles" Target="/ppt/tableStyles.xml" Id="R5f90feaeb8864c34" /><Relationship Type="http://schemas.openxmlformats.org/officeDocument/2006/relationships/slide" Target="/ppt/slides/slide1.xml" Id="R2c2f151ac8104561" /><Relationship Type="http://schemas.openxmlformats.org/officeDocument/2006/relationships/slide" Target="/ppt/slides/slide2.xml" Id="R910abc64928049ee" /><Relationship Type="http://schemas.openxmlformats.org/officeDocument/2006/relationships/slide" Target="/ppt/slides/slide3.xml" Id="R9b0ac1e304ce4ca4" /><Relationship Type="http://schemas.openxmlformats.org/officeDocument/2006/relationships/slide" Target="/ppt/slides/slide4.xml" Id="Re928e3336e534be6" /><Relationship Type="http://schemas.openxmlformats.org/officeDocument/2006/relationships/slide" Target="/ppt/slides/slide5.xml" Id="Rf03747a9e6d24afb" /><Relationship Type="http://schemas.openxmlformats.org/officeDocument/2006/relationships/slide" Target="/ppt/slides/slide6.xml" Id="R48207975feb946b5" /><Relationship Type="http://schemas.openxmlformats.org/officeDocument/2006/relationships/slide" Target="/ppt/slides/slide7.xml" Id="R123296b20ca847ec" /><Relationship Type="http://schemas.openxmlformats.org/officeDocument/2006/relationships/slide" Target="/ppt/slides/slide8.xml" Id="R51e0f64798c843c1" /><Relationship Type="http://schemas.openxmlformats.org/officeDocument/2006/relationships/slide" Target="/ppt/slides/slide9.xml" Id="R4974b4b2709644ce" /><Relationship Type="http://schemas.openxmlformats.org/officeDocument/2006/relationships/slide" Target="/ppt/slides/slide10.xml" Id="R35066c1ed37046a1" /><Relationship Type="http://schemas.openxmlformats.org/officeDocument/2006/relationships/slide" Target="/ppt/slides/slide11.xml" Id="R188acc2f28d7415b" /><Relationship Type="http://schemas.openxmlformats.org/officeDocument/2006/relationships/slide" Target="/ppt/slides/slide12.xml" Id="R5a3f63a706b0490e" /><Relationship Type="http://schemas.openxmlformats.org/officeDocument/2006/relationships/slide" Target="/ppt/slides/slide13.xml" Id="Rfb9bb3589fa64bea" /><Relationship Type="http://schemas.openxmlformats.org/officeDocument/2006/relationships/slide" Target="/ppt/slides/slide14.xml" Id="R90910658fcb649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425020333748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54e95dcfe428a" /><Relationship Type="http://schemas.openxmlformats.org/officeDocument/2006/relationships/notesMaster" Target="/ppt/notesMasters/notesMaster1.xml" Id="R2cdbc3be2b5444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66d0c064be400f" /><Relationship Type="http://schemas.openxmlformats.org/officeDocument/2006/relationships/notesMaster" Target="/ppt/notesMasters/notesMaster1.xml" Id="R2fdaec53a94347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5c51979b0b49a7" /><Relationship Type="http://schemas.openxmlformats.org/officeDocument/2006/relationships/notesMaster" Target="/ppt/notesMasters/notesMaster1.xml" Id="Rf797e2b3b34741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675a84e9fd4d76" /><Relationship Type="http://schemas.openxmlformats.org/officeDocument/2006/relationships/notesMaster" Target="/ppt/notesMasters/notesMaster1.xml" Id="R50fd9e37b13341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6dbc08da0c4c52" /><Relationship Type="http://schemas.openxmlformats.org/officeDocument/2006/relationships/notesMaster" Target="/ppt/notesMasters/notesMaster1.xml" Id="Re11c6cf5186d40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b005add9984c96" /><Relationship Type="http://schemas.openxmlformats.org/officeDocument/2006/relationships/notesMaster" Target="/ppt/notesMasters/notesMaster1.xml" Id="R0c2470b1f9b240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1ee73e466c46e9" /><Relationship Type="http://schemas.openxmlformats.org/officeDocument/2006/relationships/notesMaster" Target="/ppt/notesMasters/notesMaster1.xml" Id="R04ae5f5bdc7d41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65d3bc9bb84d8b" /><Relationship Type="http://schemas.openxmlformats.org/officeDocument/2006/relationships/notesMaster" Target="/ppt/notesMasters/notesMaster1.xml" Id="R392b57da688d47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eabd4df64a4af0" /><Relationship Type="http://schemas.openxmlformats.org/officeDocument/2006/relationships/notesMaster" Target="/ppt/notesMasters/notesMaster1.xml" Id="Rbe91833b19154b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93f31d4547414f" /><Relationship Type="http://schemas.openxmlformats.org/officeDocument/2006/relationships/notesMaster" Target="/ppt/notesMasters/notesMaster1.xml" Id="Rb225bd4f8b4c45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74e4d2f02f4eff" /><Relationship Type="http://schemas.openxmlformats.org/officeDocument/2006/relationships/notesMaster" Target="/ppt/notesMasters/notesMaster1.xml" Id="R19cbe2095bb74b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c3721324784256" /><Relationship Type="http://schemas.openxmlformats.org/officeDocument/2006/relationships/notesMaster" Target="/ppt/notesMasters/notesMaster1.xml" Id="R91f0f926456248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633869060945c2" /><Relationship Type="http://schemas.openxmlformats.org/officeDocument/2006/relationships/notesMaster" Target="/ppt/notesMasters/notesMaster1.xml" Id="R035ecf50df8244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02d09a581d4ab2" /><Relationship Type="http://schemas.openxmlformats.org/officeDocument/2006/relationships/notesMaster" Target="/ppt/notesMasters/notesMaster1.xml" Id="R5dc4baec7b40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3db9af8be4d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ad18fc0ca644f3" /><Relationship Type="http://schemas.openxmlformats.org/officeDocument/2006/relationships/slideLayout" Target="/ppt/slideLayouts/slideLayout1.xml" Id="Rd7e48378024b4f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e48378024b4f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3648436bb40c8" /><Relationship Type="http://schemas.openxmlformats.org/officeDocument/2006/relationships/notesSlide" Target="/ppt/notesSlides/notesSlide1.xml" Id="R77f79611f82844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1d59b45c54774" /><Relationship Type="http://schemas.openxmlformats.org/officeDocument/2006/relationships/chart" Target="/ppt/slides/charts/chart1.xml" Id="R0e8444a330a242da" /><Relationship Type="http://schemas.openxmlformats.org/officeDocument/2006/relationships/chart" Target="/ppt/slides/charts/chart2.xml" Id="Rc146ebc83d7946c5" /><Relationship Type="http://schemas.openxmlformats.org/officeDocument/2006/relationships/notesSlide" Target="/ppt/notesSlides/notesSlide2.xml" Id="Rdf0d958eb0ba43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578efab1a440d" /><Relationship Type="http://schemas.openxmlformats.org/officeDocument/2006/relationships/notesSlide" Target="/ppt/notesSlides/notesSlide3.xml" Id="R6f1514525d6d41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56241e55f42fe" /><Relationship Type="http://schemas.openxmlformats.org/officeDocument/2006/relationships/notesSlide" Target="/ppt/notesSlides/notesSlide4.xml" Id="R86f584bd7aca45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e4749d4794ba7" /><Relationship Type="http://schemas.openxmlformats.org/officeDocument/2006/relationships/notesSlide" Target="/ppt/notesSlides/notesSlide5.xml" Id="Rea50674c8b5b49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e103838e04f60" /><Relationship Type="http://schemas.openxmlformats.org/officeDocument/2006/relationships/notesSlide" Target="/ppt/notesSlides/notesSlide6.xml" Id="Rd42330768029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58096892b4eb9" /><Relationship Type="http://schemas.openxmlformats.org/officeDocument/2006/relationships/chart" Target="/ppt/slides/charts/chart3.xml" Id="R4897cf4810e74c26" /><Relationship Type="http://schemas.openxmlformats.org/officeDocument/2006/relationships/notesSlide" Target="/ppt/notesSlides/notesSlide7.xml" Id="R19b7f82367674c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09490304849ed" /><Relationship Type="http://schemas.openxmlformats.org/officeDocument/2006/relationships/notesSlide" Target="/ppt/notesSlides/notesSlide8.xml" Id="R01c9e2c0afe34c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22c86161c49a7" /><Relationship Type="http://schemas.openxmlformats.org/officeDocument/2006/relationships/chart" Target="/ppt/slides/charts/chart4.xml" Id="R8de580b3d9124256" /><Relationship Type="http://schemas.openxmlformats.org/officeDocument/2006/relationships/chart" Target="/ppt/slides/charts/chart5.xml" Id="R06a1ee6387454dfb" /><Relationship Type="http://schemas.openxmlformats.org/officeDocument/2006/relationships/chart" Target="/ppt/slides/charts/chart6.xml" Id="R8c25a14b293d4c72" /><Relationship Type="http://schemas.openxmlformats.org/officeDocument/2006/relationships/notesSlide" Target="/ppt/notesSlides/notesSlide9.xml" Id="Rf6acc0c261ac47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ac5bf5fd741a6" /><Relationship Type="http://schemas.openxmlformats.org/officeDocument/2006/relationships/chart" Target="/ppt/slides/charts/chart7.xml" Id="Rf78370df1e7c4add" /><Relationship Type="http://schemas.openxmlformats.org/officeDocument/2006/relationships/notesSlide" Target="/ppt/notesSlides/notesSlide10.xml" Id="R8425641ce0324f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c3387289a4c4d" /><Relationship Type="http://schemas.openxmlformats.org/officeDocument/2006/relationships/chart" Target="/ppt/slides/charts/chart8.xml" Id="R566018a9ffab4fd9" /><Relationship Type="http://schemas.openxmlformats.org/officeDocument/2006/relationships/notesSlide" Target="/ppt/notesSlides/notesSlide11.xml" Id="R0bf0b4be72dc48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3645525494bb6" /><Relationship Type="http://schemas.openxmlformats.org/officeDocument/2006/relationships/chart" Target="/ppt/slides/charts/chart9.xml" Id="Rd77c0bff428b46c6" /><Relationship Type="http://schemas.openxmlformats.org/officeDocument/2006/relationships/notesSlide" Target="/ppt/notesSlides/notesSlide12.xml" Id="Rc3cb0c6f95f74e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b47f568e648ca" /><Relationship Type="http://schemas.openxmlformats.org/officeDocument/2006/relationships/chart" Target="/ppt/slides/charts/chart10.xml" Id="R9f7b1078a3dd4ee3" /><Relationship Type="http://schemas.openxmlformats.org/officeDocument/2006/relationships/notesSlide" Target="/ppt/notesSlides/notesSlide13.xml" Id="R4b66e556c3a44e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b8513bde94c8e" /><Relationship Type="http://schemas.openxmlformats.org/officeDocument/2006/relationships/notesSlide" Target="/ppt/notesSlides/notesSlide14.xml" Id="R697d69f1c6bd467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60BDEE0C-7AEC-487A-82DF-DF2404F1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16B492B-6C57-4510-9809-9A182CDA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09B8B2D-FC22-4E22-ABB6-99845DE0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602F1-C777-4D59-85DF-77F3F0A8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EB64C-825A-45FF-89E6-B3CDA79D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F1518-0DDF-431D-A70D-2291A89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79D1E-DA6B-431B-9702-8B5C9620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BDF70-3AB2-453C-B1B2-AD004138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0B4F2-8F48-42DE-9972-17439D34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E5E57-95C8-468B-8BD5-8780D091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8F35B-25F8-4F3A-B822-F7F729C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F4717-C12C-43C9-8EC5-D4D5F48E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A320D-949F-49FC-93A1-82E7E0F1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CEFAE-C6E0-462F-AEB3-25828C08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C04C0-1934-4AEB-A152-40143833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EF8F6-3B7B-4F99-A82C-EF0B8017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DE853-BBCE-471C-8CD2-7B41471C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F3B0A-9AE0-4EAD-9FCC-DDCC2F89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A5BF0-45FC-49A2-B1AB-497CD80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F11D5-78A4-41D9-9963-D40D5215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F9B84-226C-49AB-B21D-209CE104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EEED2-F6DF-4D0D-A391-65DB8F4B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C5858-BC9D-4654-8966-36359D7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DC0B0-5BA8-44FA-BC69-2702FA6C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BEB572-D963-449F-87C0-1A1BCCD8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5DACD-2EAB-4C24-BC63-DD740BA7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CD3657-72F1-4DF3-BDC6-06E37E11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8A241-6064-4876-BF43-1505D4D0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255DEE-97E3-4474-B892-B37F7EDA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C72E3-76EE-4661-A156-6099A1DD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FCC619-D5A8-4EB5-BC3B-B4CCBD2E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4EEAA8-18C3-47E4-9681-8ACC955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8CCE0F-1B93-46D4-98A1-186742B2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94E18-B318-41B8-B047-3D32CAD9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86AD74-6E4C-47A8-A3FF-B10DA2EE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560B6B-7D7D-48A5-83E3-2789A37E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B4A341-A71B-4713-947F-5D7F4B52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CBECAE-1F17-445E-89AF-659120E4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2CF889-9D17-494A-8722-6728C4FB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C4450AE8-4E30-4EAF-9B65-7903F3EA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7606BECC-DA35-41B7-8181-4C99FE20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98BD2093-30F2-4830-B704-56EF27CF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B2DBFF93-6327-4512-9A26-A72A9C92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4677A21F-1FAD-4837-BBCC-C3EA1C43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FCB5A46D-D39A-410E-92E8-B7A782CA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B2C714-EABD-433C-9BE5-42124F6D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2C90A1-5F18-4441-AD98-2D45EED6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8B1977-FBBA-42F5-8DD8-AEA61976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D527BA-4B90-491C-AB67-D4EADF2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3B970EAC-35A2-440A-9334-45D626CF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637F43FB-EF0C-42E3-AD9C-99AB3F2D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67782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52288966-3E73-4A09-AD17-EC761CE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11836F11-3BA6-410E-BDA0-E4D5B8A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F8A2B8C9-C6A6-461F-B2FB-E36C765F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E0205756-A4B4-454E-9F65-B9496690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70237CEC-14EC-4C33-B7CA-1E79A9B1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8444a330a242da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46ebc83d7946c5"/>
          </a:graphicData>
        </a:graphic>
      </p:graphicFrame>
    </p:spTree>
    <p:extLst>
      <p:ext uri="{BB962C8B-B14F-4D97-AF65-F5344CB8AC3E}">
        <p14:creationId xmlns:p14="http://schemas.microsoft.com/office/powerpoint/2010/main" val="1629964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7A8F4218-82AB-4F1A-AC3D-960F8FE7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EE9F40A4-73DD-4E58-80DA-3D832741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A1433A8A-430C-4CC3-B18E-AA9C435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02DAC559-0470-4B02-A1E4-41B20656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4E1801D4-BF81-45D9-BCE4-C936372C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F2C6C839-5261-487B-A1A8-A286F955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D9061-36A5-4448-ACCF-53329BF6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23B24C37-68D1-42B0-8D30-A86BA4F6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FD76A607-5948-4328-ACD8-580DB6CC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40654-A97A-4FB8-8650-95410106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664DD3FD-EA80-4046-B66A-35E4D656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A7EE0926-3D44-4F27-B678-56493924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5359E-07CF-431C-8E83-330E16F8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4A9EF879-FE55-4915-9F03-FA195CAB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CC139C11-078C-4F80-A55E-5F77918E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E53D3-4595-4FEE-A9C6-99604F74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D13E64FA-6DC9-46F9-B846-6BA740D1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DD3916D1-6269-4173-BE75-7F6426A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A47E53A6-B314-418F-9E99-9770AEF3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B95C9-CAD8-4362-8831-E2FE500C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53B00-4B08-48A5-A99C-A774C6B3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1AFA1-4BD7-43EB-A23D-B173F1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C61A8-2B54-464A-A65D-118E7BD0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DE1524BB-720D-46E7-A3B8-B26694A9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FE9B18B9-F4F1-4EAD-8E1F-529B9F72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2CEE9ACC-2953-4075-B8BF-2BF0962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83570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35">
            <a:extLst xmlns:a="http://schemas.openxmlformats.org/drawingml/2006/main">
              <a:ext uri="{FF2B5EF4-FFF2-40B4-BE49-F238E27FC236}">
                <a16:creationId xmlns:a16="http://schemas.microsoft.com/office/drawing/2014/main" id="{FFA0B22B-AAA1-4C9A-A06A-ABEDB206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ECBE7DA8-49BC-4A89-A339-70590A98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咖啡：A = 先倒热水，B = 先放粉，E = 倒水。两边都做了 2 步、刚倒完水，下一步却是热泡过滤 vs 冷萃等 12 小时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380DDFD9-0AB2-4B77-ACB5-82B841F4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F324D920-5113-4656-B31B-6434DDDA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5D6A3933-D9C1-4C06-A8CA-CAE507CE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5D953529-9D33-4C34-9682-F042570C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99AEE-5943-4CEA-92A1-14285605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F79F3-ED13-4661-943F-B365ECDF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F7AFA-AB4F-4F06-844A-D9B1E7DA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38A90-5AA6-4BD1-9AD1-5E27F919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E9A6F-F767-4FFA-B665-88417ABC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88903-3249-4CEB-BB27-9DA884F3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BBBC781D-F5A9-4C16-9E1D-58077BE1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C7617931-1ABF-4A2B-9FC9-33E706C3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DDC2C2EC-87A4-417D-8D98-F285CBE3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</p:spTree>
    <p:extLst>
      <p:ext uri="{BB962C8B-B14F-4D97-AF65-F5344CB8AC3E}">
        <p14:creationId xmlns:p14="http://schemas.microsoft.com/office/powerpoint/2010/main" val="1256025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9B13EAEA-1BA6-485D-83DE-4EA34F9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C1AC72F2-67C2-4EBD-BE63-EE2EB95F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3E85B47F-C35B-4351-ABC5-429D676F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9776067D-C5B6-4ECC-86FB-4870F63C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9B97C-67E9-4F38-AFA9-96B86B9D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05ACE-19AE-404C-AFF4-AFD56B7E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66C75-05CA-491B-BDB3-AB7CFF6C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D9157-2429-49BD-9B58-6AAFFBB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61D89-7EF0-4641-9668-B8C01584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8F6FD-5FD9-4EE6-BD2E-60683395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C0646-BD38-4BA2-A109-A51B9172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48">
            <a:extLst xmlns:a="http://schemas.openxmlformats.org/drawingml/2006/main">
              <a:ext uri="{FF2B5EF4-FFF2-40B4-BE49-F238E27FC236}">
                <a16:creationId xmlns:a16="http://schemas.microsoft.com/office/drawing/2014/main" id="{164CBD98-B510-4669-8F05-2379EAE4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49">
            <a:extLst xmlns:a="http://schemas.openxmlformats.org/drawingml/2006/main">
              <a:ext uri="{FF2B5EF4-FFF2-40B4-BE49-F238E27FC236}">
                <a16:creationId xmlns:a16="http://schemas.microsoft.com/office/drawing/2014/main" id="{EEC81FE3-A681-4FAF-A6A1-8F602B50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0">
            <a:extLst xmlns:a="http://schemas.openxmlformats.org/drawingml/2006/main">
              <a:ext uri="{FF2B5EF4-FFF2-40B4-BE49-F238E27FC236}">
                <a16:creationId xmlns:a16="http://schemas.microsoft.com/office/drawing/2014/main" id="{E5A9EC36-6542-43AF-AB49-91EC1F7C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34E4E-FA71-4E65-B23D-724FBD2E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1">
            <a:extLst xmlns:a="http://schemas.openxmlformats.org/drawingml/2006/main">
              <a:ext uri="{FF2B5EF4-FFF2-40B4-BE49-F238E27FC236}">
                <a16:creationId xmlns:a16="http://schemas.microsoft.com/office/drawing/2014/main" id="{354694BE-1A54-44DC-9CE6-8E1EE072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2">
            <a:extLst xmlns:a="http://schemas.openxmlformats.org/drawingml/2006/main">
              <a:ext uri="{FF2B5EF4-FFF2-40B4-BE49-F238E27FC236}">
                <a16:creationId xmlns:a16="http://schemas.microsoft.com/office/drawing/2014/main" id="{68281036-F981-4FF3-BC65-30D5A3A6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53">
            <a:extLst xmlns:a="http://schemas.openxmlformats.org/drawingml/2006/main">
              <a:ext uri="{FF2B5EF4-FFF2-40B4-BE49-F238E27FC236}">
                <a16:creationId xmlns:a16="http://schemas.microsoft.com/office/drawing/2014/main" id="{C76DC7DE-C24A-4B8C-8704-73B27604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54">
            <a:extLst xmlns:a="http://schemas.openxmlformats.org/drawingml/2006/main">
              <a:ext uri="{FF2B5EF4-FFF2-40B4-BE49-F238E27FC236}">
                <a16:creationId xmlns:a16="http://schemas.microsoft.com/office/drawing/2014/main" id="{70026BB9-06AE-40CE-8283-5898E16B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55">
            <a:extLst xmlns:a="http://schemas.openxmlformats.org/drawingml/2006/main">
              <a:ext uri="{FF2B5EF4-FFF2-40B4-BE49-F238E27FC236}">
                <a16:creationId xmlns:a16="http://schemas.microsoft.com/office/drawing/2014/main" id="{AA2C1386-5A90-460F-909F-C0763C1E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320140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56">
            <a:extLst xmlns:a="http://schemas.openxmlformats.org/drawingml/2006/main">
              <a:ext uri="{FF2B5EF4-FFF2-40B4-BE49-F238E27FC236}">
                <a16:creationId xmlns:a16="http://schemas.microsoft.com/office/drawing/2014/main" id="{4BB09E8B-DCBB-4ADE-A037-7F6D2066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BBAA0257-9FF1-4D90-B267-535FE82A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咖啡：磨豆、烧水、拿杯子谁先谁后都行；只有「先热水还是先放粉」决定结果 —— 前者不必分开记，后者必须分开记</a:t>
            </a:r>
          </a:p>
        </p:txBody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DB2EF362-3A46-484B-9136-3EC2A812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6202D31D-13AB-4CB0-869F-4EB18432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572D10CE-BA1F-416B-AB90-45772A21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C801C552-6F69-4B94-9C4C-AA913384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AA1C5-B08B-4F1B-B1B6-C77F611A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7EF91-3B66-4751-A7B8-90575796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CC27F-C35B-48B9-B537-CB8F6CB8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1A540-9ED7-4761-A77D-8C7917AC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6949F-0CD4-4881-B5C0-6E3C2A8D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B1806-686C-4EB2-A91A-75A2FADE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FEC8E-FFAD-43C0-98BB-BAF1E917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5E1AE-4486-4059-ACA9-4E33E00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AA098-F9A1-4A8A-ABD2-C57E9F2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4E316-058E-4A50-9D07-F26DC02A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7531896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2">
            <a:extLst xmlns:a="http://schemas.openxmlformats.org/drawingml/2006/main">
              <a:ext uri="{FF2B5EF4-FFF2-40B4-BE49-F238E27FC236}">
                <a16:creationId xmlns:a16="http://schemas.microsoft.com/office/drawing/2014/main" id="{DC86D61A-124B-4A43-A350-6F354BA5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1E94CC67-F45B-42FA-A66C-ADFCD796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16F1C953-15D7-4069-A7AF-343331F9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97cf4810e74c26"/>
          </a:graphicData>
        </a:graphic>
      </p:graphicFrame>
      <p:sp>
        <p:nvSpPr>
          <p:cNvPr id="5" name="text-65">
            <a:extLst xmlns:a="http://schemas.openxmlformats.org/drawingml/2006/main">
              <a:ext uri="{FF2B5EF4-FFF2-40B4-BE49-F238E27FC236}">
                <a16:creationId xmlns:a16="http://schemas.microsoft.com/office/drawing/2014/main" id="{1F9D1782-0627-4F7B-9BFF-6E082B5C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66">
            <a:extLst xmlns:a="http://schemas.openxmlformats.org/drawingml/2006/main">
              <a:ext uri="{FF2B5EF4-FFF2-40B4-BE49-F238E27FC236}">
                <a16:creationId xmlns:a16="http://schemas.microsoft.com/office/drawing/2014/main" id="{3CBA5449-99CF-4A53-AE0A-D9C12475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D84A61B0-205B-4DBE-B1EC-32E86A30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AC5D496E-7AE2-4B0F-8AA1-E39E88C4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1216529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69">
            <a:extLst xmlns:a="http://schemas.openxmlformats.org/drawingml/2006/main">
              <a:ext uri="{FF2B5EF4-FFF2-40B4-BE49-F238E27FC236}">
                <a16:creationId xmlns:a16="http://schemas.microsoft.com/office/drawing/2014/main" id="{88E39A62-F6BA-4566-95E9-7BEFCED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86D1F764-94E6-44AD-84FA-9C22EED9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咖啡：两条历史现在都「该倒水了」，但一条之后要加热、一条要冷藏 —— 现在合并，就是把冷萃的经验用到热泡上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D6167770-B970-4B08-97A3-18A95653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FEBDA1EF-D682-4CE6-AD5F-9CE07178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73">
            <a:extLst xmlns:a="http://schemas.openxmlformats.org/drawingml/2006/main">
              <a:ext uri="{FF2B5EF4-FFF2-40B4-BE49-F238E27FC236}">
                <a16:creationId xmlns:a16="http://schemas.microsoft.com/office/drawing/2014/main" id="{1C1C7AD1-A41C-40FF-8628-6283E466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53DCA-09ED-4DBF-B648-AA9D315F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4ACB1-6D40-4F84-BACD-B49E0E5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62CEB-9071-46F4-BEA4-275C7112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32DAEA0A-433C-453A-845E-874D5453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加热？</a:t>
            </a:r>
          </a:p>
        </p:txBody>
      </p:sp>
      <p:sp>
        <p:nvSpPr>
          <p:cNvPr id="12" name="text-75">
            <a:extLst xmlns:a="http://schemas.openxmlformats.org/drawingml/2006/main">
              <a:ext uri="{FF2B5EF4-FFF2-40B4-BE49-F238E27FC236}">
                <a16:creationId xmlns:a16="http://schemas.microsoft.com/office/drawing/2014/main" id="{328E6D30-B7BA-461C-A474-6248615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冷却？</a:t>
            </a:r>
          </a:p>
        </p:txBody>
      </p:sp>
      <p:sp>
        <p:nvSpPr>
          <p:cNvPr id="13" name="text-76">
            <a:extLst xmlns:a="http://schemas.openxmlformats.org/drawingml/2006/main">
              <a:ext uri="{FF2B5EF4-FFF2-40B4-BE49-F238E27FC236}">
                <a16:creationId xmlns:a16="http://schemas.microsoft.com/office/drawing/2014/main" id="{2C9C9947-9D28-4B88-9861-7CADE507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E0799-6425-491A-BE5E-1924ADEC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78F8B-4055-4910-88A3-87D22129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60D07-6525-4899-9D64-5E7CF499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8A8D1-F1D8-4C8C-AC57-D46B0300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26AD0-FD3E-461D-8C3E-7BD348EB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9494D-D84B-45B0-A4D7-E92FF260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77">
            <a:extLst xmlns:a="http://schemas.openxmlformats.org/drawingml/2006/main">
              <a:ext uri="{FF2B5EF4-FFF2-40B4-BE49-F238E27FC236}">
                <a16:creationId xmlns:a16="http://schemas.microsoft.com/office/drawing/2014/main" id="{791A4FE3-E484-4FD6-BD09-354F8BBC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20023695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1C5279E9-63F9-454F-9792-D8E7FBED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585B6D23-5CBF-4E97-9024-08B131BB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预注册判据 3 / 3 不达标：查询节省 16.9% &lt; 20%；错误裁决 47 次；错误归属 140 次。敏感性上界 23.6% 仍不达标</a:t>
            </a:r>
          </a:p>
        </p:txBody>
      </p:sp>
      <p:sp>
        <p:nvSpPr>
          <p:cNvPr id="3" name="text-80">
            <a:extLst xmlns:a="http://schemas.openxmlformats.org/drawingml/2006/main">
              <a:ext uri="{FF2B5EF4-FFF2-40B4-BE49-F238E27FC236}">
                <a16:creationId xmlns:a16="http://schemas.microsoft.com/office/drawing/2014/main" id="{8E59EA41-4ED1-43A0-863D-2AA8972E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1">
            <a:extLst xmlns:a="http://schemas.openxmlformats.org/drawingml/2006/main">
              <a:ext uri="{FF2B5EF4-FFF2-40B4-BE49-F238E27FC236}">
                <a16:creationId xmlns:a16="http://schemas.microsoft.com/office/drawing/2014/main" id="{D60C93D3-D5CD-4DE3-B6E5-739E390C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2">
            <a:extLst xmlns:a="http://schemas.openxmlformats.org/drawingml/2006/main">
              <a:ext uri="{FF2B5EF4-FFF2-40B4-BE49-F238E27FC236}">
                <a16:creationId xmlns:a16="http://schemas.microsoft.com/office/drawing/2014/main" id="{F2ABAF7D-4055-4547-BE57-B6EEA981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83">
            <a:extLst xmlns:a="http://schemas.openxmlformats.org/drawingml/2006/main">
              <a:ext uri="{FF2B5EF4-FFF2-40B4-BE49-F238E27FC236}">
                <a16:creationId xmlns:a16="http://schemas.microsoft.com/office/drawing/2014/main" id="{F31DEF37-0204-4B09-B193-A6D4C51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e580b3d9124256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a1ee6387454dfb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25a14b293d4c72"/>
          </a:graphicData>
        </a:graphic>
      </p:graphicFrame>
    </p:spTree>
    <p:extLst>
      <p:ext uri="{BB962C8B-B14F-4D97-AF65-F5344CB8AC3E}">
        <p14:creationId xmlns:p14="http://schemas.microsoft.com/office/powerpoint/2010/main" val="1734981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6FCC9507-0B72-4685-8D4F-B604FB85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85">
            <a:extLst xmlns:a="http://schemas.openxmlformats.org/drawingml/2006/main">
              <a:ext uri="{FF2B5EF4-FFF2-40B4-BE49-F238E27FC236}">
                <a16:creationId xmlns:a16="http://schemas.microsoft.com/office/drawing/2014/main" id="{ECFE357A-49A3-4EEB-96F6-6996EDD7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86">
            <a:extLst xmlns:a="http://schemas.openxmlformats.org/drawingml/2006/main">
              <a:ext uri="{FF2B5EF4-FFF2-40B4-BE49-F238E27FC236}">
                <a16:creationId xmlns:a16="http://schemas.microsoft.com/office/drawing/2014/main" id="{F112F918-ADD4-4D27-BBF0-61E41091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8370df1e7c4add"/>
          </a:graphicData>
        </a:graphic>
      </p:graphicFrame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F0DEAA47-1CC7-49E9-8316-69B2701E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42052991-9FB1-4E07-9A2A-B80092D8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52AC379F-ED05-41E7-8DA8-F0D80DD2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AC54044A-B200-4311-87AB-36A8AAF9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3026124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1">
            <a:extLst xmlns:a="http://schemas.openxmlformats.org/drawingml/2006/main">
              <a:ext uri="{FF2B5EF4-FFF2-40B4-BE49-F238E27FC236}">
                <a16:creationId xmlns:a16="http://schemas.microsoft.com/office/drawing/2014/main" id="{58D9C0B3-B7D0-4F9F-BF50-0757094E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740A22A3-BCFC-4F7F-8AB8-8C3A4B60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C05C5000-14CE-4539-95B4-E2B78218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94">
            <a:extLst xmlns:a="http://schemas.openxmlformats.org/drawingml/2006/main">
              <a:ext uri="{FF2B5EF4-FFF2-40B4-BE49-F238E27FC236}">
                <a16:creationId xmlns:a16="http://schemas.microsoft.com/office/drawing/2014/main" id="{54274227-F9B3-464E-A9A2-F9F814E2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A8ECBC74-57EC-4A93-A518-EE2BEB11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E8CB4-C873-4F9E-89A0-42FF0E41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5F92E-1A41-4E69-9D4D-13A56CAB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33472-9740-4665-ABF2-6142C35D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94FFC-DD7D-47F0-A60D-C9CB454D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28191-9EE4-41E8-8912-A168768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96">
            <a:extLst xmlns:a="http://schemas.openxmlformats.org/drawingml/2006/main">
              <a:ext uri="{FF2B5EF4-FFF2-40B4-BE49-F238E27FC236}">
                <a16:creationId xmlns:a16="http://schemas.microsoft.com/office/drawing/2014/main" id="{D89B6F3C-37DE-4C99-AD54-D1CB6A90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97">
            <a:extLst xmlns:a="http://schemas.openxmlformats.org/drawingml/2006/main">
              <a:ext uri="{FF2B5EF4-FFF2-40B4-BE49-F238E27FC236}">
                <a16:creationId xmlns:a16="http://schemas.microsoft.com/office/drawing/2014/main" id="{18F3AE23-2C84-45A6-8C0A-BE59D19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6018a9ffab4fd9"/>
          </a:graphicData>
        </a:graphic>
      </p:graphicFrame>
      <p:sp>
        <p:nvSpPr>
          <p:cNvPr id="18" name="text-98">
            <a:extLst xmlns:a="http://schemas.openxmlformats.org/drawingml/2006/main">
              <a:ext uri="{FF2B5EF4-FFF2-40B4-BE49-F238E27FC236}">
                <a16:creationId xmlns:a16="http://schemas.microsoft.com/office/drawing/2014/main" id="{66DE8933-0BD6-4601-B0F7-AA4A3B60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644688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99">
            <a:extLst xmlns:a="http://schemas.openxmlformats.org/drawingml/2006/main">
              <a:ext uri="{FF2B5EF4-FFF2-40B4-BE49-F238E27FC236}">
                <a16:creationId xmlns:a16="http://schemas.microsoft.com/office/drawing/2014/main" id="{B112518C-10C5-41F0-8D23-C96FCF3A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7AC1E583-1367-4002-9C94-E845FFC1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FAB2EB9A-A14B-482D-AA37-3E8FAAD6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722BA0A2-7B8C-485A-86DD-144EB62B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6B69F483-CF47-4B2B-B368-757CE71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04">
            <a:extLst xmlns:a="http://schemas.openxmlformats.org/drawingml/2006/main">
              <a:ext uri="{FF2B5EF4-FFF2-40B4-BE49-F238E27FC236}">
                <a16:creationId xmlns:a16="http://schemas.microsoft.com/office/drawing/2014/main" id="{E1D1E47F-68B2-46C7-A019-98631C47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A05BF0F7-48A0-48EC-853C-13A2A35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91683-43FC-4C0D-81FA-22B03A1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18F4357B-0E5A-40ED-BF22-9AD774A9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07">
            <a:extLst xmlns:a="http://schemas.openxmlformats.org/drawingml/2006/main">
              <a:ext uri="{FF2B5EF4-FFF2-40B4-BE49-F238E27FC236}">
                <a16:creationId xmlns:a16="http://schemas.microsoft.com/office/drawing/2014/main" id="{B8143FDB-F3E1-4FE3-B0DF-BC7FBC13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08">
            <a:extLst xmlns:a="http://schemas.openxmlformats.org/drawingml/2006/main">
              <a:ext uri="{FF2B5EF4-FFF2-40B4-BE49-F238E27FC236}">
                <a16:creationId xmlns:a16="http://schemas.microsoft.com/office/drawing/2014/main" id="{CC8D044E-8C23-4C63-A8C6-45A545CC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DF7CE-07D1-43E3-822C-1D6BCCA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09">
            <a:extLst xmlns:a="http://schemas.openxmlformats.org/drawingml/2006/main">
              <a:ext uri="{FF2B5EF4-FFF2-40B4-BE49-F238E27FC236}">
                <a16:creationId xmlns:a16="http://schemas.microsoft.com/office/drawing/2014/main" id="{F152E86F-2332-4789-B8BB-3BE4493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0">
            <a:extLst xmlns:a="http://schemas.openxmlformats.org/drawingml/2006/main">
              <a:ext uri="{FF2B5EF4-FFF2-40B4-BE49-F238E27FC236}">
                <a16:creationId xmlns:a16="http://schemas.microsoft.com/office/drawing/2014/main" id="{DDF18442-A4F2-49E9-8DC1-63F604F9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1">
            <a:extLst xmlns:a="http://schemas.openxmlformats.org/drawingml/2006/main">
              <a:ext uri="{FF2B5EF4-FFF2-40B4-BE49-F238E27FC236}">
                <a16:creationId xmlns:a16="http://schemas.microsoft.com/office/drawing/2014/main" id="{8A484EA0-4582-49C1-B429-04367805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B4312-50FA-429A-BD88-6DC29FC6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12">
            <a:extLst xmlns:a="http://schemas.openxmlformats.org/drawingml/2006/main">
              <a:ext uri="{FF2B5EF4-FFF2-40B4-BE49-F238E27FC236}">
                <a16:creationId xmlns:a16="http://schemas.microsoft.com/office/drawing/2014/main" id="{A0AEDFF1-2B22-4AD0-AC62-B246F442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13">
            <a:extLst xmlns:a="http://schemas.openxmlformats.org/drawingml/2006/main">
              <a:ext uri="{FF2B5EF4-FFF2-40B4-BE49-F238E27FC236}">
                <a16:creationId xmlns:a16="http://schemas.microsoft.com/office/drawing/2014/main" id="{94DE345C-09FB-4813-A04E-102C0581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14">
            <a:extLst xmlns:a="http://schemas.openxmlformats.org/drawingml/2006/main">
              <a:ext uri="{FF2B5EF4-FFF2-40B4-BE49-F238E27FC236}">
                <a16:creationId xmlns:a16="http://schemas.microsoft.com/office/drawing/2014/main" id="{A2444F16-5933-4640-A3E9-E9AED07E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E0926-83E4-4B7F-B5AE-5D907A32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15">
            <a:extLst xmlns:a="http://schemas.openxmlformats.org/drawingml/2006/main">
              <a:ext uri="{FF2B5EF4-FFF2-40B4-BE49-F238E27FC236}">
                <a16:creationId xmlns:a16="http://schemas.microsoft.com/office/drawing/2014/main" id="{4F1B0A3D-2E6B-451D-AD74-2E9FD12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16">
            <a:extLst xmlns:a="http://schemas.openxmlformats.org/drawingml/2006/main">
              <a:ext uri="{FF2B5EF4-FFF2-40B4-BE49-F238E27FC236}">
                <a16:creationId xmlns:a16="http://schemas.microsoft.com/office/drawing/2014/main" id="{20F2CB67-DCFE-4453-A617-69BF0594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17">
            <a:extLst xmlns:a="http://schemas.openxmlformats.org/drawingml/2006/main">
              <a:ext uri="{FF2B5EF4-FFF2-40B4-BE49-F238E27FC236}">
                <a16:creationId xmlns:a16="http://schemas.microsoft.com/office/drawing/2014/main" id="{98FC1D1A-D047-4EFE-ACD9-80B60D6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18">
            <a:extLst xmlns:a="http://schemas.openxmlformats.org/drawingml/2006/main">
              <a:ext uri="{FF2B5EF4-FFF2-40B4-BE49-F238E27FC236}">
                <a16:creationId xmlns:a16="http://schemas.microsoft.com/office/drawing/2014/main" id="{E917D524-0595-41D2-83C7-26A366C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7c0bff428b46c6"/>
          </a:graphicData>
        </a:graphic>
      </p:graphicFrame>
      <p:sp>
        <p:nvSpPr>
          <p:cNvPr id="26" name="text-119">
            <a:extLst xmlns:a="http://schemas.openxmlformats.org/drawingml/2006/main">
              <a:ext uri="{FF2B5EF4-FFF2-40B4-BE49-F238E27FC236}">
                <a16:creationId xmlns:a16="http://schemas.microsoft.com/office/drawing/2014/main" id="{E505FF8B-F8B6-4C97-B521-B20EC057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</p:spTree>
    <p:extLst>
      <p:ext uri="{BB962C8B-B14F-4D97-AF65-F5344CB8AC3E}">
        <p14:creationId xmlns:p14="http://schemas.microsoft.com/office/powerpoint/2010/main" val="3241604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0">
            <a:extLst xmlns:a="http://schemas.openxmlformats.org/drawingml/2006/main">
              <a:ext uri="{FF2B5EF4-FFF2-40B4-BE49-F238E27FC236}">
                <a16:creationId xmlns:a16="http://schemas.microsoft.com/office/drawing/2014/main" id="{5C89033F-2745-47B1-8A28-A0BAD80D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C010A30B-1BE6-45E1-95DF-E471289A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2FAE17FC-074E-4BE4-A34E-DD2599F9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7b1078a3dd4ee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5A18D-FBEE-492B-B8C1-11D73743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F40293B7-1913-45BA-BF11-C42B0F75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D28C44DD-A421-4C98-82AD-9F6DCD78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 —— 与上一页的普通条件相反</a:t>
            </a:r>
          </a:p>
        </p:txBody>
      </p:sp>
    </p:spTree>
    <p:extLst>
      <p:ext uri="{BB962C8B-B14F-4D97-AF65-F5344CB8AC3E}">
        <p14:creationId xmlns:p14="http://schemas.microsoft.com/office/powerpoint/2010/main" val="10107448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25">
            <a:extLst xmlns:a="http://schemas.openxmlformats.org/drawingml/2006/main">
              <a:ext uri="{FF2B5EF4-FFF2-40B4-BE49-F238E27FC236}">
                <a16:creationId xmlns:a16="http://schemas.microsoft.com/office/drawing/2014/main" id="{D9D2F1B3-DA7D-4BD7-AC93-9CC3B3A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26">
            <a:extLst xmlns:a="http://schemas.openxmlformats.org/drawingml/2006/main">
              <a:ext uri="{FF2B5EF4-FFF2-40B4-BE49-F238E27FC236}">
                <a16:creationId xmlns:a16="http://schemas.microsoft.com/office/drawing/2014/main" id="{59BAAC59-3AAA-4785-83B8-A73A061B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27">
            <a:extLst xmlns:a="http://schemas.openxmlformats.org/drawingml/2006/main">
              <a:ext uri="{FF2B5EF4-FFF2-40B4-BE49-F238E27FC236}">
                <a16:creationId xmlns:a16="http://schemas.microsoft.com/office/drawing/2014/main" id="{8EA77664-CDF2-407C-86C3-4BE75376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28">
            <a:extLst xmlns:a="http://schemas.openxmlformats.org/drawingml/2006/main">
              <a:ext uri="{FF2B5EF4-FFF2-40B4-BE49-F238E27FC236}">
                <a16:creationId xmlns:a16="http://schemas.microsoft.com/office/drawing/2014/main" id="{38D617F4-78FC-4F8C-A27F-9C664C77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29">
            <a:extLst xmlns:a="http://schemas.openxmlformats.org/drawingml/2006/main">
              <a:ext uri="{FF2B5EF4-FFF2-40B4-BE49-F238E27FC236}">
                <a16:creationId xmlns:a16="http://schemas.microsoft.com/office/drawing/2014/main" id="{B8808BAC-4ED5-4D25-83A6-6F89244E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0">
            <a:extLst xmlns:a="http://schemas.openxmlformats.org/drawingml/2006/main">
              <a:ext uri="{FF2B5EF4-FFF2-40B4-BE49-F238E27FC236}">
                <a16:creationId xmlns:a16="http://schemas.microsoft.com/office/drawing/2014/main" id="{70E3D2F5-F5C0-47B4-BCD1-169C9BE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31">
            <a:extLst xmlns:a="http://schemas.openxmlformats.org/drawingml/2006/main">
              <a:ext uri="{FF2B5EF4-FFF2-40B4-BE49-F238E27FC236}">
                <a16:creationId xmlns:a16="http://schemas.microsoft.com/office/drawing/2014/main" id="{35EB3C1C-5B52-4EB9-816B-BC6D4711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D19B0-A982-4F3B-8EF1-18ABDFC1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7BFCE-C93B-4596-B3DD-8DD36A3A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3B15A-70DA-4B8C-8DA3-9659DC9B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A1A84-C384-4A56-8A8C-33E33BB2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32">
            <a:extLst xmlns:a="http://schemas.openxmlformats.org/drawingml/2006/main">
              <a:ext uri="{FF2B5EF4-FFF2-40B4-BE49-F238E27FC236}">
                <a16:creationId xmlns:a16="http://schemas.microsoft.com/office/drawing/2014/main" id="{924869BE-2041-4452-94BD-79B1AC64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33">
            <a:extLst xmlns:a="http://schemas.openxmlformats.org/drawingml/2006/main">
              <a:ext uri="{FF2B5EF4-FFF2-40B4-BE49-F238E27FC236}">
                <a16:creationId xmlns:a16="http://schemas.microsoft.com/office/drawing/2014/main" id="{99DAF961-6027-4BAA-BEB3-791650B9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34">
            <a:extLst xmlns:a="http://schemas.openxmlformats.org/drawingml/2006/main">
              <a:ext uri="{FF2B5EF4-FFF2-40B4-BE49-F238E27FC236}">
                <a16:creationId xmlns:a16="http://schemas.microsoft.com/office/drawing/2014/main" id="{5771F2AE-2D37-4EFD-9E7E-DC1252FA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AAECB-5BD9-465D-BEC3-3900830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EB234-DB47-4726-8373-0DB46275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DBFE6-22B8-47A0-BD14-52917ACC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80048-4B4D-40CE-A79D-5D537734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35">
            <a:extLst xmlns:a="http://schemas.openxmlformats.org/drawingml/2006/main">
              <a:ext uri="{FF2B5EF4-FFF2-40B4-BE49-F238E27FC236}">
                <a16:creationId xmlns:a16="http://schemas.microsoft.com/office/drawing/2014/main" id="{46016D49-0D8E-43FD-A750-0F6151E3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36">
            <a:extLst xmlns:a="http://schemas.openxmlformats.org/drawingml/2006/main">
              <a:ext uri="{FF2B5EF4-FFF2-40B4-BE49-F238E27FC236}">
                <a16:creationId xmlns:a16="http://schemas.microsoft.com/office/drawing/2014/main" id="{87BD4AA6-F4D7-4D32-9685-58DE2EC0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37">
            <a:extLst xmlns:a="http://schemas.openxmlformats.org/drawingml/2006/main">
              <a:ext uri="{FF2B5EF4-FFF2-40B4-BE49-F238E27FC236}">
                <a16:creationId xmlns:a16="http://schemas.microsoft.com/office/drawing/2014/main" id="{94BBB7B6-039C-4CDE-BA0C-F9A6E794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F2734-6260-4E81-BF78-01A72FEF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B7F79C-181C-4B2C-9162-33FA36DC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C5A680-F75E-48AE-A40F-FE8879AB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169562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2026-09-16T04:36:52.5780000Z</dcterms:created>
  <dcterms:modified xsi:type="dcterms:W3CDTF">2026-09-16T04:36:52.5780000Z</dcterms:modified>
</coreProperties>
</file>