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1bcee4a714e95" /><Relationship Type="http://schemas.openxmlformats.org/officeDocument/2006/relationships/extended-properties" Target="/docProps/app.xml" Id="R1541280928f24abb" /><Relationship Type="http://schemas.openxmlformats.org/officeDocument/2006/relationships/officeDocument" Target="/ppt/presentation.xml" Id="R63922d30745542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4f9a54107d4227"/>
  </p:sldMasterIdLst>
  <p:notesMasterIdLst>
    <p:notesMasterId xmlns:r="http://schemas.openxmlformats.org/officeDocument/2006/relationships" r:id="R606fb65f7ec841a5"/>
  </p:notesMasterIdLst>
  <p:sldIdLst>
    <p:sldId xmlns:r="http://schemas.openxmlformats.org/officeDocument/2006/relationships" id="256" r:id="Rbea03756c52e474f"/>
    <p:sldId xmlns:r="http://schemas.openxmlformats.org/officeDocument/2006/relationships" id="257" r:id="R0fecd9f9fa8d4a28"/>
    <p:sldId xmlns:r="http://schemas.openxmlformats.org/officeDocument/2006/relationships" id="258" r:id="Rf11260fcb07f4829"/>
    <p:sldId xmlns:r="http://schemas.openxmlformats.org/officeDocument/2006/relationships" id="259" r:id="Rf95c7b853f644927"/>
    <p:sldId xmlns:r="http://schemas.openxmlformats.org/officeDocument/2006/relationships" id="260" r:id="R169f06862ab4451f"/>
    <p:sldId xmlns:r="http://schemas.openxmlformats.org/officeDocument/2006/relationships" id="261" r:id="R593ebcafeee24b01"/>
    <p:sldId xmlns:r="http://schemas.openxmlformats.org/officeDocument/2006/relationships" id="262" r:id="Rfa8be25b8a1844bd"/>
    <p:sldId xmlns:r="http://schemas.openxmlformats.org/officeDocument/2006/relationships" id="263" r:id="R96b2c99d414f4f84"/>
    <p:sldId xmlns:r="http://schemas.openxmlformats.org/officeDocument/2006/relationships" id="264" r:id="R332bb9a3f37b4a8c"/>
    <p:sldId xmlns:r="http://schemas.openxmlformats.org/officeDocument/2006/relationships" id="265" r:id="R77b130f13cc24c8e"/>
    <p:sldId xmlns:r="http://schemas.openxmlformats.org/officeDocument/2006/relationships" id="266" r:id="R82b12605e8564ccd"/>
    <p:sldId xmlns:r="http://schemas.openxmlformats.org/officeDocument/2006/relationships" id="267" r:id="Rf096b51e9c2f4722"/>
    <p:sldId xmlns:r="http://schemas.openxmlformats.org/officeDocument/2006/relationships" id="268" r:id="R9ae412830f214f09"/>
    <p:sldId xmlns:r="http://schemas.openxmlformats.org/officeDocument/2006/relationships" id="269" r:id="R98e33885555b44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00b39e6424141" /><Relationship Type="http://schemas.openxmlformats.org/officeDocument/2006/relationships/slideMaster" Target="/ppt/slideMasters/slideMaster1.xml" Id="R984f9a54107d4227" /><Relationship Type="http://schemas.openxmlformats.org/officeDocument/2006/relationships/notesMaster" Target="/ppt/notesMasters/notesMaster1.xml" Id="R606fb65f7ec841a5" /><Relationship Type="http://schemas.openxmlformats.org/officeDocument/2006/relationships/presProps" Target="/ppt/presProps.xml" Id="Rb1e75ecf0d244bd7" /><Relationship Type="http://schemas.openxmlformats.org/officeDocument/2006/relationships/tableStyles" Target="/ppt/tableStyles.xml" Id="R4519cf2f55044f10" /><Relationship Type="http://schemas.openxmlformats.org/officeDocument/2006/relationships/slide" Target="/ppt/slides/slide1.xml" Id="Rbea03756c52e474f" /><Relationship Type="http://schemas.openxmlformats.org/officeDocument/2006/relationships/slide" Target="/ppt/slides/slide2.xml" Id="R0fecd9f9fa8d4a28" /><Relationship Type="http://schemas.openxmlformats.org/officeDocument/2006/relationships/slide" Target="/ppt/slides/slide3.xml" Id="Rf11260fcb07f4829" /><Relationship Type="http://schemas.openxmlformats.org/officeDocument/2006/relationships/slide" Target="/ppt/slides/slide4.xml" Id="Rf95c7b853f644927" /><Relationship Type="http://schemas.openxmlformats.org/officeDocument/2006/relationships/slide" Target="/ppt/slides/slide5.xml" Id="R169f06862ab4451f" /><Relationship Type="http://schemas.openxmlformats.org/officeDocument/2006/relationships/slide" Target="/ppt/slides/slide6.xml" Id="R593ebcafeee24b01" /><Relationship Type="http://schemas.openxmlformats.org/officeDocument/2006/relationships/slide" Target="/ppt/slides/slide7.xml" Id="Rfa8be25b8a1844bd" /><Relationship Type="http://schemas.openxmlformats.org/officeDocument/2006/relationships/slide" Target="/ppt/slides/slide8.xml" Id="R96b2c99d414f4f84" /><Relationship Type="http://schemas.openxmlformats.org/officeDocument/2006/relationships/slide" Target="/ppt/slides/slide9.xml" Id="R332bb9a3f37b4a8c" /><Relationship Type="http://schemas.openxmlformats.org/officeDocument/2006/relationships/slide" Target="/ppt/slides/slide10.xml" Id="R77b130f13cc24c8e" /><Relationship Type="http://schemas.openxmlformats.org/officeDocument/2006/relationships/slide" Target="/ppt/slides/slide11.xml" Id="R82b12605e8564ccd" /><Relationship Type="http://schemas.openxmlformats.org/officeDocument/2006/relationships/slide" Target="/ppt/slides/slide12.xml" Id="Rf096b51e9c2f4722" /><Relationship Type="http://schemas.openxmlformats.org/officeDocument/2006/relationships/slide" Target="/ppt/slides/slide13.xml" Id="R9ae412830f214f09" /><Relationship Type="http://schemas.openxmlformats.org/officeDocument/2006/relationships/slide" Target="/ppt/slides/slide14.xml" Id="R98e33885555b44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9dd3adb5b7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fe47544da14afa" /><Relationship Type="http://schemas.openxmlformats.org/officeDocument/2006/relationships/notesMaster" Target="/ppt/notesMasters/notesMaster1.xml" Id="R83fd554466c44e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3178ceac1407d" /><Relationship Type="http://schemas.openxmlformats.org/officeDocument/2006/relationships/notesMaster" Target="/ppt/notesMasters/notesMaster1.xml" Id="R732ab1d74af643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aa8629a6874ca8" /><Relationship Type="http://schemas.openxmlformats.org/officeDocument/2006/relationships/notesMaster" Target="/ppt/notesMasters/notesMaster1.xml" Id="R353336c1656b48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d253c80c0b44ae" /><Relationship Type="http://schemas.openxmlformats.org/officeDocument/2006/relationships/notesMaster" Target="/ppt/notesMasters/notesMaster1.xml" Id="R1ddbe2171fb8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678940f38243e9" /><Relationship Type="http://schemas.openxmlformats.org/officeDocument/2006/relationships/notesMaster" Target="/ppt/notesMasters/notesMaster1.xml" Id="Re8840b194f814d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d380dbc5f4dc3" /><Relationship Type="http://schemas.openxmlformats.org/officeDocument/2006/relationships/notesMaster" Target="/ppt/notesMasters/notesMaster1.xml" Id="Rb61b9fe9d96940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2a9988aa2b421a" /><Relationship Type="http://schemas.openxmlformats.org/officeDocument/2006/relationships/notesMaster" Target="/ppt/notesMasters/notesMaster1.xml" Id="R9638d37253de44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905b0c4fe245e3" /><Relationship Type="http://schemas.openxmlformats.org/officeDocument/2006/relationships/notesMaster" Target="/ppt/notesMasters/notesMaster1.xml" Id="R3979a9b2717b4e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3349d249ea4e61" /><Relationship Type="http://schemas.openxmlformats.org/officeDocument/2006/relationships/notesMaster" Target="/ppt/notesMasters/notesMaster1.xml" Id="R1157174bfc2d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97586286b84acb" /><Relationship Type="http://schemas.openxmlformats.org/officeDocument/2006/relationships/notesMaster" Target="/ppt/notesMasters/notesMaster1.xml" Id="R82fcfcab605947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ded02866d240e1" /><Relationship Type="http://schemas.openxmlformats.org/officeDocument/2006/relationships/notesMaster" Target="/ppt/notesMasters/notesMaster1.xml" Id="R411344719ec144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bac8da025e4314" /><Relationship Type="http://schemas.openxmlformats.org/officeDocument/2006/relationships/notesMaster" Target="/ppt/notesMasters/notesMaster1.xml" Id="R0704b9fd48f640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7021fd977c47b6" /><Relationship Type="http://schemas.openxmlformats.org/officeDocument/2006/relationships/notesMaster" Target="/ppt/notesMasters/notesMaster1.xml" Id="R6d0297696fe747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a7661f75084b40" /><Relationship Type="http://schemas.openxmlformats.org/officeDocument/2006/relationships/notesMaster" Target="/ppt/notesMasters/notesMaster1.xml" Id="R0c95ed0a894843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3ff7f245445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5bba84b1e45a3" /><Relationship Type="http://schemas.openxmlformats.org/officeDocument/2006/relationships/slideLayout" Target="/ppt/slideLayouts/slideLayout1.xml" Id="R58b1ace7ad59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1ace7ad59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79f6b5db4ae7" /><Relationship Type="http://schemas.openxmlformats.org/officeDocument/2006/relationships/notesSlide" Target="/ppt/notesSlides/notesSlide1.xml" Id="Re525cc24841d4f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d2c8254e147e9" /><Relationship Type="http://schemas.openxmlformats.org/officeDocument/2006/relationships/chart" Target="/ppt/slides/charts/chart1.xml" Id="R8dd7131265534b35" /><Relationship Type="http://schemas.openxmlformats.org/officeDocument/2006/relationships/chart" Target="/ppt/slides/charts/chart2.xml" Id="Ra656ff8b5a2f4e4b" /><Relationship Type="http://schemas.openxmlformats.org/officeDocument/2006/relationships/notesSlide" Target="/ppt/notesSlides/notesSlide2.xml" Id="R9b11b3160e5344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f10939a84471c" /><Relationship Type="http://schemas.openxmlformats.org/officeDocument/2006/relationships/notesSlide" Target="/ppt/notesSlides/notesSlide3.xml" Id="R366dcff6e744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2468d793f4eaa" /><Relationship Type="http://schemas.openxmlformats.org/officeDocument/2006/relationships/notesSlide" Target="/ppt/notesSlides/notesSlide4.xml" Id="R029f8c8ac6644f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57177d13b488e" /><Relationship Type="http://schemas.openxmlformats.org/officeDocument/2006/relationships/notesSlide" Target="/ppt/notesSlides/notesSlide5.xml" Id="R34cd1c949a904f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f7b98b81a4700" /><Relationship Type="http://schemas.openxmlformats.org/officeDocument/2006/relationships/notesSlide" Target="/ppt/notesSlides/notesSlide6.xml" Id="R40ae30a526ca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bb83ebb99440a" /><Relationship Type="http://schemas.openxmlformats.org/officeDocument/2006/relationships/chart" Target="/ppt/slides/charts/chart3.xml" Id="Ra7d78eed4e6b46c1" /><Relationship Type="http://schemas.openxmlformats.org/officeDocument/2006/relationships/notesSlide" Target="/ppt/notesSlides/notesSlide7.xml" Id="R4482f10715cb4a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342f2570349ec" /><Relationship Type="http://schemas.openxmlformats.org/officeDocument/2006/relationships/notesSlide" Target="/ppt/notesSlides/notesSlide8.xml" Id="R4d142f8857ef4a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334d5971f4306" /><Relationship Type="http://schemas.openxmlformats.org/officeDocument/2006/relationships/chart" Target="/ppt/slides/charts/chart4.xml" Id="R2113e36fe40347c0" /><Relationship Type="http://schemas.openxmlformats.org/officeDocument/2006/relationships/chart" Target="/ppt/slides/charts/chart5.xml" Id="Red0006ed80234695" /><Relationship Type="http://schemas.openxmlformats.org/officeDocument/2006/relationships/chart" Target="/ppt/slides/charts/chart6.xml" Id="Rf25ee7343c6f4bf6" /><Relationship Type="http://schemas.openxmlformats.org/officeDocument/2006/relationships/notesSlide" Target="/ppt/notesSlides/notesSlide9.xml" Id="R4603ac78636a4a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27ea113ad4ca4" /><Relationship Type="http://schemas.openxmlformats.org/officeDocument/2006/relationships/chart" Target="/ppt/slides/charts/chart7.xml" Id="R550b41e1a1d24a1e" /><Relationship Type="http://schemas.openxmlformats.org/officeDocument/2006/relationships/notesSlide" Target="/ppt/notesSlides/notesSlide10.xml" Id="Rc1bcf6cf83974c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4488be13a4b3f" /><Relationship Type="http://schemas.openxmlformats.org/officeDocument/2006/relationships/chart" Target="/ppt/slides/charts/chart8.xml" Id="R3f74c0eb6a334aaa" /><Relationship Type="http://schemas.openxmlformats.org/officeDocument/2006/relationships/notesSlide" Target="/ppt/notesSlides/notesSlide11.xml" Id="R212c859c50b44d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54d049e8b489e" /><Relationship Type="http://schemas.openxmlformats.org/officeDocument/2006/relationships/chart" Target="/ppt/slides/charts/chart9.xml" Id="R3aaff653eb754065" /><Relationship Type="http://schemas.openxmlformats.org/officeDocument/2006/relationships/notesSlide" Target="/ppt/notesSlides/notesSlide12.xml" Id="Reb8a580e35e843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872ab0b8c4e2a" /><Relationship Type="http://schemas.openxmlformats.org/officeDocument/2006/relationships/chart" Target="/ppt/slides/charts/chart10.xml" Id="R6369b528d67f4527" /><Relationship Type="http://schemas.openxmlformats.org/officeDocument/2006/relationships/notesSlide" Target="/ppt/notesSlides/notesSlide13.xml" Id="Re3fff4d3abd04a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a089b5b9414e" /><Relationship Type="http://schemas.openxmlformats.org/officeDocument/2006/relationships/notesSlide" Target="/ppt/notesSlides/notesSlide14.xml" Id="Rf2c96496723343b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4581D5EC-512A-4371-8171-9CCC5169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16ABB73-18FB-442D-B6E6-D2D4BFF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81C318C-CA60-4584-BC8B-1A99FB7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EDEF2-1B43-457E-A82F-A3D54FA6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21463-3E7B-4FEA-A0A1-DD602AC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01C6B-C974-4B0F-A6FE-5AFDF0E0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908C9-C406-423F-8B4A-C640A33A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2B998-866F-4F77-BC12-A94A86CD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22524-DE7F-4AB5-A077-417D1855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63868-3206-4D20-9761-6DE46BB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4C143-E91D-4526-884D-1E434AD4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5BB31-26DB-4628-98CD-5EC6CE53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92C0D-ACF8-4BD5-988C-4BFBC596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D87A9-584B-40CD-B149-8ACF6CE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020BC-EA07-488C-B1C2-F27A144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D398C-E75F-496C-9EBD-6F5E37F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07B8B-260A-4486-B9F0-BDC28EB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AC0AA-ACAC-4408-95C1-FC295708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40FDE-84BB-4EED-BFC1-382AF5D9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23F0A-4EEF-4C6E-8941-D6090A5A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9C1AC-EEF2-433A-8102-0CCC7E1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520DB-8771-43E9-8E0C-A775D908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2B9BF-2AF6-4854-9E81-B0878F67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F70B6-1A48-496C-A18F-A51EFD56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66DB64-7EC7-4A63-994D-F1ECD982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1F42A-18C7-4D1C-93E4-7AD43DC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2DB8F-9623-46B2-AE4B-6969EBC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78A78D-9B20-4C94-98F5-29D8EF89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DE2A2F-002F-4441-B29D-7AC8A06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6ECE6-5B0F-449B-B53B-D6C3E664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65010-A040-452F-BF6C-E61ED241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BED94B-91B7-480E-BAB2-FE602E4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F49CCD-2677-4F48-AEEE-AA2B3471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FA07E8-2F29-4ADF-8805-DCE9C4E4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48B7A7-093B-47EC-8072-F0EACDA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EEA8F-E110-4A58-A8E2-78D48E7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1F0601-37C6-462D-B7AF-9888544B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C00440-F917-4435-95E8-FB22D068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D043FB-9927-4CBA-A378-F9B86A38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89FB53BB-654C-414C-A9E0-4F1B3C1A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373FCC7C-0389-46C8-8BDB-BC7388EA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21B2BC26-83D5-4AD5-B337-523E34FE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7C6E6368-3F03-486F-BC6B-ABA4F1F4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C8220D95-359F-410C-AB35-9DAC4FB6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6623CF07-AD3F-480D-A9FB-6F1C4801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97AC50-FDE0-4859-9A95-791CB12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016CB1-8DF4-4795-972E-494035D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56EB7-8468-4A20-B5C5-F316E19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9245AB-C652-492C-8167-73A31C16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70E59B37-5AA8-4DA2-AB7E-E6211457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DEAC7FFE-C91B-4FC5-AD9D-921010A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333148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758D458F-33E4-4032-A236-C565C9E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3E6C207F-4397-4D59-9178-ED3DA61F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422573F7-4AB7-409F-8E3F-BED95D87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99B103B5-273C-4554-B593-535E4678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8A7C294F-3A54-4EEE-A04A-F0CF996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d7131265534b35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56ff8b5a2f4e4b"/>
          </a:graphicData>
        </a:graphic>
      </p:graphicFrame>
    </p:spTree>
    <p:extLst>
      <p:ext uri="{BB962C8B-B14F-4D97-AF65-F5344CB8AC3E}">
        <p14:creationId xmlns:p14="http://schemas.microsoft.com/office/powerpoint/2010/main" val="1215132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094E400B-055F-45E4-81AC-2D3193B9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DC61B1E-B859-40FB-ABD8-B1D4A5B0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28F67A19-6CA1-4A75-A614-E9ADA329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86D77B7B-4B0B-423A-BE37-B062A79F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F7F397F3-3110-42DC-A759-61290CD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22B55C69-4B8D-4C9F-A58C-7A0D283F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3CC74-DC80-42F5-9134-8BD5101B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03BC24F2-B9E8-4307-8765-C95C165E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D5627790-E437-41A1-9A67-1D742950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B5D18-25E4-42BC-A404-42ECEEA0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0E854F22-4901-46F8-93A7-2FCE668F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D1A3069E-8783-491A-87DD-1F865CF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D4BBB-54ED-42D8-B564-B5B50F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42176CA0-DD29-46B2-A002-591BA057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2EFDFB0D-7A53-40A8-B677-19E07C2B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5BE74-414E-45A8-93F2-890F6CE9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CF538BDF-5052-4B8F-AEEC-8729D28E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1663817B-67E3-478F-ABD1-80C9AFE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A489EA61-B566-4ECB-ADAC-5CEF73E6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D75D3-3DAC-4458-9A59-C101D57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68A06-081E-4CDC-B3C1-132F777F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45AC47-069E-4F61-B761-85FAAB0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3DEF6-FA83-48E5-A90C-2F9590E4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C2ED2E1E-DA15-4EB5-BA76-530B6C29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72B710D3-57CE-492D-AEBA-4D3494C9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D9619A25-D85D-41F2-AD19-E3F494E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98095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6E1E7A7B-95F9-4B1B-97E4-432F3B96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CF41952D-AE61-4EE5-B8F7-3C0498C3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步）、刚完成的动作也相同（都是倒水），但下一步完全不同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6756274C-122C-4DB1-A77D-EFE19DBA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D6876BD5-2516-45FC-9DA0-2945127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2425C7F9-59B8-4081-986B-E1E25AD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775D26C6-3E29-4913-941E-FE2E0A9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B1765-6659-43CD-BF44-06AB943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09EE0-F30C-42BA-BD85-33659926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C4050-3099-4961-BB88-6C73CEF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52CEC-D581-4EC7-8813-BCFE9C48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F7E87-60F2-4558-B787-0FB68065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BDA307-9E7C-4205-81FF-5450C9F0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7878E0C7-1719-48B8-A3D3-36998D3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374D5459-396D-475F-AC1E-AD17AE7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90276A41-D5B3-400D-BEB6-2ECDF19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F71F99AE-D485-44C8-8CC1-C8733F8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先倒热水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1B232413-9FDE-45B9-8464-6244E992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6E9F478E-2221-4122-9F81-8B2FD3B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立刻过滤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2A996563-BC84-420E-B646-4554EEEC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先放粉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127E6A4F-EF5D-43F2-8FF3-3698811C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2F1AA728-4A76-4240-85B3-E5208DDB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等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9D0C9810-0AE5-4F5F-A7B4-183B3CAC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同样的料，顺序不同</a:t>
            </a:r>
          </a:p>
        </p:txBody>
      </p:sp>
    </p:spTree>
    <p:extLst>
      <p:ext uri="{BB962C8B-B14F-4D97-AF65-F5344CB8AC3E}">
        <p14:creationId xmlns:p14="http://schemas.microsoft.com/office/powerpoint/2010/main" val="1998999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A2BA7B66-A905-4AEA-B795-86B43B52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810AB137-3CA9-43FE-8D44-E638CD9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4C941043-0D0A-4A8D-81A9-3BE4173F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51D55842-45CD-48C9-B39C-26896BFD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7138E-F108-4AF8-906F-0C3EB35E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B8018-9CCF-494E-A5F4-84BBFF55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78E1-F77D-4ED1-A572-8E950B5F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F9175-DBA8-4AF9-9514-908AEA2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3D789-CA77-49E5-A3A6-1349ACC6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1E3AE-6D1A-4A0B-8309-7F18FF1E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2197C-7F24-440E-99D9-8482F149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00BD93E4-5F49-4B10-9C23-3FFC7CC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D8645DB7-103F-4C74-8F04-872D9C1B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DF149686-C032-440B-8C60-23696F8E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3655F-4C93-47A1-8BEF-8AFA7C1C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CF95F156-833E-4A76-84B5-9298430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1E0D8BB6-CBFA-4479-93E0-5354E99B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D45E1F02-DB74-4BF9-B950-AA67FCA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C8865DCF-E8CF-4CD8-8D35-9E2B289D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A65DD9BB-4238-420E-A9B1-35E5F454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65313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0B4F614B-E3D1-41A8-8748-4837BEA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8C705679-5919-48FA-A577-854FFB31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6DCCF5FA-722C-446F-9555-D495C051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2E494ABF-4EE6-497D-BC99-9266238F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862DB895-1FF7-48C6-A948-966D682A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83F4BD09-0B7D-4988-A592-4B826D7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FD5C0-7EFE-46C0-8637-9AD189D3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99A27-5A3F-4722-BD6B-CB1B6D6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A7AF5-2E9B-4F53-8D25-249BD30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813FA-2057-4E8B-A466-DEC0D0B2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E0FE5-B56D-4CDE-B3BC-095AF174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F60E1-6BC8-4EE8-B6B4-7AA933FC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C716C-733A-4BF0-AC2C-B19C2F0F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68138-50F9-46B9-AFFD-352A2023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B8E595-8522-43D5-9AE0-0E49C86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5EE8D-B126-4D13-8BE5-41135DB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40003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721D40C1-74DF-41DA-AA28-23B7D8F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07E2F994-8F92-4228-A092-47227D4E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0C3DCD22-C997-43B2-B59B-60569CC3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d78eed4e6b46c1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6D9EB181-038E-4056-AFDB-E3EFBFBA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4A74BBB7-9110-4042-B3D2-6A217E4B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AF8D3C10-4F88-46D8-BB88-484EB2DC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7500059D-2F48-4C60-96E5-806344E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5529503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E3C3EDDC-433B-4628-9411-2FB7DE06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49CE1D54-10CE-4E67-BE58-B7CD80E7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2E0617D4-2FB0-47FA-B2A2-671A8A3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BACCBF30-BE57-4E97-85DE-0E79D72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281CD04-8DB0-4DEA-B86A-EDC39337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07D63-4857-4AA2-8BB4-E4D4CADB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25E50-4F67-4D19-A2E3-B96411B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A2E73-08FF-41D7-AD1C-41851463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DD954F2F-A672-49C0-A21A-96825E66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5DB79B9F-892D-48E2-9E50-7C3A8D01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3503B50B-7F7C-4C99-98AB-C6B60D6C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BFE14-9135-4952-A9B4-DAEAA490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C8EAD-AB12-4EA4-9258-8E3EE6C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48FCA-26A7-4A1A-A885-C8DAB60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30CD1-777A-419C-B393-317445D1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97058-03DE-47CA-8270-B7570132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C643A-446A-4A59-B310-5A37FAA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73C3B669-0F46-4084-97BF-01F8841F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8298822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4ABDD6BC-7822-4ADF-88BC-4685537A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A6A973CF-CCFC-4EFA-AB3E-5657029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F2C28405-FD7E-4893-AA26-0BE6C69F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730DC590-F4D9-4228-B6E4-88AFA945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07AB2DC1-DC22-4A61-B240-F7157DE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7F0C293C-FF72-4DE6-A975-68183C1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13e36fe40347c0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0006ed80234695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5ee7343c6f4bf6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1FD7F4D6-E886-42F6-B61A-97C7A0B6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492526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CC66D1CC-E114-4DE9-BA15-AF807E89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CFA18804-1F46-4131-A661-9F95D566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0C16EDA5-C4C5-4B9A-9349-4A909A2F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0b41e1a1d24a1e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33FD1CB8-FB83-4A75-A9E1-867337D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B4E92715-9CDC-48F9-BBC5-BE18AE9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D94E8591-8EF1-41E2-BBC5-84088AB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B97B62AE-3893-452F-9E0D-92F1BCF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6787777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00BDD3B5-2C69-4B17-9C96-7DBDD718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DE25F5AA-D363-474D-983A-DC50BA65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24E7CF4C-8F00-42DC-AAB9-2A405D74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9139D0DD-9EDD-4D6F-B69A-7B6EAB24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1C27A10E-E824-4EA1-89AC-58ECAF9A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66618-DB0D-4E66-9282-1D2E938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0C799-D94D-4AC0-9A9A-1648E3F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9DE9D-5FC9-4B10-A662-0CD1A9F1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F7E54-9F80-498F-AE50-36FE009A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2A4D8-4ECE-47C5-BF5B-52EAD11F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B487198F-D7C0-4FD9-9A90-D276BF8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1A178F0D-A155-43D2-8450-C6504A9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74c0eb6a334aaa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1550824F-FB63-439C-95B3-81AECE14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37078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07">
            <a:extLst xmlns:a="http://schemas.openxmlformats.org/drawingml/2006/main">
              <a:ext uri="{FF2B5EF4-FFF2-40B4-BE49-F238E27FC236}">
                <a16:creationId xmlns:a16="http://schemas.microsoft.com/office/drawing/2014/main" id="{2A8D11EE-F7A6-4F69-B1D3-2C453404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1FA9D8A5-A488-4BC5-ACDC-06C48268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C2D3DBBF-0438-455F-BE67-E5200EC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5A50BC26-4854-4E5A-85FB-A1640921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3126954B-5A27-4FA0-BEA6-B850A0B1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623CFA17-E6CA-41B5-A195-7F27A8F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7D075382-0625-4FF5-9312-894B9416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0BCE0-7670-417D-BAED-F256377E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8B94166E-D914-4F1E-AA58-9D0B75A7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DEDA385E-D860-4C0C-B66F-9F08CF7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6329DDDC-C350-4636-80C1-E3297E10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90C09-DA11-4329-BFBF-9080CA3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2FEAA715-A5D8-4FD5-8CDD-55979B6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E99C61E2-87A9-419D-989B-B2DC385E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0F497D94-32CF-4093-A61B-5F81F82A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AB36F6-B8AF-4EE0-8510-4629C0BE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175E7CED-D424-4607-B47B-ECB03BD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F096334B-B5D9-4076-A530-2376929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1A3A25A2-92A4-429D-A1EF-33830EE7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A713E-1C1E-4506-8D53-EF2281CD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7E80E08A-92EF-41E9-9A96-54C5CE2A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D5D495E8-4550-426C-BEED-70C4813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3F13F5CD-A203-4534-B65B-1649C35D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F27D5637-F40D-48F1-AAE8-1AE5D98B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aff653eb754065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AB7DA7F5-5E6E-402E-8444-AD7BDFD7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13275812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8">
            <a:extLst xmlns:a="http://schemas.openxmlformats.org/drawingml/2006/main">
              <a:ext uri="{FF2B5EF4-FFF2-40B4-BE49-F238E27FC236}">
                <a16:creationId xmlns:a16="http://schemas.microsoft.com/office/drawing/2014/main" id="{FACFD310-8652-42E6-BE63-4CCE415C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6983D703-1B36-414F-A29C-00C397C2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90C3DED3-0CA1-4C04-9CDD-C5E46A99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69b528d67f452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9A173-40E3-41BB-9D17-700FC9CC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1">
            <a:extLst xmlns:a="http://schemas.openxmlformats.org/drawingml/2006/main">
              <a:ext uri="{FF2B5EF4-FFF2-40B4-BE49-F238E27FC236}">
                <a16:creationId xmlns:a16="http://schemas.microsoft.com/office/drawing/2014/main" id="{973746B6-861A-4074-9199-82772947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29276FBC-C7F4-4EC4-8C8E-7C4ADF56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14321777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3">
            <a:extLst xmlns:a="http://schemas.openxmlformats.org/drawingml/2006/main">
              <a:ext uri="{FF2B5EF4-FFF2-40B4-BE49-F238E27FC236}">
                <a16:creationId xmlns:a16="http://schemas.microsoft.com/office/drawing/2014/main" id="{B1A7D9BC-0C79-4C67-A17F-3C439DF3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3F9BC8A9-ED5E-4A4D-B820-D6B5C1C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8A2C62CE-CCEC-40B4-BD35-07B9E038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B41AC8B9-C97B-4708-94C7-A022CA0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7B3A158F-E27A-4C2C-A4DD-F6C3AE98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895B6B29-180F-45BA-B4E1-0EE7B0B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C74DAABA-9B2D-4708-9A1F-9387531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0A01-48D3-418D-8199-B0CEFB4D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7FFCC-1EA0-4094-88D8-C3CA3D3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89660-8A66-4D78-BCBD-4199173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9908C-EEAA-437E-8678-C113102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3392E44C-7E77-47A1-997B-86FE6B93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02C0F1CC-3D38-4BC7-BF0B-EBBB68E8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2">
            <a:extLst xmlns:a="http://schemas.openxmlformats.org/drawingml/2006/main">
              <a:ext uri="{FF2B5EF4-FFF2-40B4-BE49-F238E27FC236}">
                <a16:creationId xmlns:a16="http://schemas.microsoft.com/office/drawing/2014/main" id="{FCB76990-F7CB-44E0-A66C-B7E9C83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89F3B-DBCD-41E3-99EA-90E640FE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387D2-B10D-44C0-A4E3-A1BF501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BF777-A70F-4DF1-BC66-3214DBE7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B27E3-EADD-49D6-B10C-CBB2BA55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3">
            <a:extLst xmlns:a="http://schemas.openxmlformats.org/drawingml/2006/main">
              <a:ext uri="{FF2B5EF4-FFF2-40B4-BE49-F238E27FC236}">
                <a16:creationId xmlns:a16="http://schemas.microsoft.com/office/drawing/2014/main" id="{260E485E-5E7D-4533-952E-9E73655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4">
            <a:extLst xmlns:a="http://schemas.openxmlformats.org/drawingml/2006/main">
              <a:ext uri="{FF2B5EF4-FFF2-40B4-BE49-F238E27FC236}">
                <a16:creationId xmlns:a16="http://schemas.microsoft.com/office/drawing/2014/main" id="{46C60698-EABB-4AA7-8974-B6A67DA3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5">
            <a:extLst xmlns:a="http://schemas.openxmlformats.org/drawingml/2006/main">
              <a:ext uri="{FF2B5EF4-FFF2-40B4-BE49-F238E27FC236}">
                <a16:creationId xmlns:a16="http://schemas.microsoft.com/office/drawing/2014/main" id="{4C7E36B2-1E49-469A-AC64-B958D2B4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D4D66-6E83-42F5-8041-FD3D137E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1D579-3037-489D-9396-E6BBEE2A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779050-FEBA-47EA-BF8C-E6D601F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23882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2026-09-16T04:38:54.6550000Z</dcterms:created>
  <dcterms:modified xsi:type="dcterms:W3CDTF">2026-09-16T04:38:54.6550000Z</dcterms:modified>
</coreProperties>
</file>