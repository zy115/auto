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0a40d44d184c18" /><Relationship Type="http://schemas.openxmlformats.org/officeDocument/2006/relationships/extended-properties" Target="/docProps/app.xml" Id="R1157f53159b84202" /><Relationship Type="http://schemas.openxmlformats.org/officeDocument/2006/relationships/officeDocument" Target="/ppt/presentation.xml" Id="R71e5e7b8db294c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b378772ca446f"/>
  </p:sldMasterIdLst>
  <p:notesMasterIdLst>
    <p:notesMasterId xmlns:r="http://schemas.openxmlformats.org/officeDocument/2006/relationships" r:id="Rc9dae14bfaf14703"/>
  </p:notesMasterIdLst>
  <p:sldIdLst>
    <p:sldId xmlns:r="http://schemas.openxmlformats.org/officeDocument/2006/relationships" id="256" r:id="R72602b5d55464fc1"/>
    <p:sldId xmlns:r="http://schemas.openxmlformats.org/officeDocument/2006/relationships" id="257" r:id="R19e8e31af7a54f36"/>
    <p:sldId xmlns:r="http://schemas.openxmlformats.org/officeDocument/2006/relationships" id="258" r:id="R0233db9fc19d4ea4"/>
    <p:sldId xmlns:r="http://schemas.openxmlformats.org/officeDocument/2006/relationships" id="259" r:id="R98aa650c5be9413e"/>
    <p:sldId xmlns:r="http://schemas.openxmlformats.org/officeDocument/2006/relationships" id="260" r:id="Rada93f2fb0fc4c3b"/>
    <p:sldId xmlns:r="http://schemas.openxmlformats.org/officeDocument/2006/relationships" id="261" r:id="R6dfb1c4f6ef9456f"/>
    <p:sldId xmlns:r="http://schemas.openxmlformats.org/officeDocument/2006/relationships" id="262" r:id="R06cd9e1e840c4ad0"/>
    <p:sldId xmlns:r="http://schemas.openxmlformats.org/officeDocument/2006/relationships" id="263" r:id="R034c9abfa97a4112"/>
    <p:sldId xmlns:r="http://schemas.openxmlformats.org/officeDocument/2006/relationships" id="264" r:id="Ra7247505e928475e"/>
    <p:sldId xmlns:r="http://schemas.openxmlformats.org/officeDocument/2006/relationships" id="265" r:id="Rac650e4ae6ed450c"/>
    <p:sldId xmlns:r="http://schemas.openxmlformats.org/officeDocument/2006/relationships" id="266" r:id="R12e8429789ac4a8a"/>
    <p:sldId xmlns:r="http://schemas.openxmlformats.org/officeDocument/2006/relationships" id="267" r:id="R3592f29659be43d4"/>
    <p:sldId xmlns:r="http://schemas.openxmlformats.org/officeDocument/2006/relationships" id="268" r:id="R6767169bcbb642b9"/>
    <p:sldId xmlns:r="http://schemas.openxmlformats.org/officeDocument/2006/relationships" id="269" r:id="R54c53d3721064f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2f9c8b0b434e70" /><Relationship Type="http://schemas.openxmlformats.org/officeDocument/2006/relationships/slideMaster" Target="/ppt/slideMasters/slideMaster1.xml" Id="Rc35b378772ca446f" /><Relationship Type="http://schemas.openxmlformats.org/officeDocument/2006/relationships/notesMaster" Target="/ppt/notesMasters/notesMaster1.xml" Id="Rc9dae14bfaf14703" /><Relationship Type="http://schemas.openxmlformats.org/officeDocument/2006/relationships/presProps" Target="/ppt/presProps.xml" Id="R3a077c6dcc034e83" /><Relationship Type="http://schemas.openxmlformats.org/officeDocument/2006/relationships/tableStyles" Target="/ppt/tableStyles.xml" Id="Rd39ca3084e184e6c" /><Relationship Type="http://schemas.openxmlformats.org/officeDocument/2006/relationships/slide" Target="/ppt/slides/slide1.xml" Id="R72602b5d55464fc1" /><Relationship Type="http://schemas.openxmlformats.org/officeDocument/2006/relationships/slide" Target="/ppt/slides/slide2.xml" Id="R19e8e31af7a54f36" /><Relationship Type="http://schemas.openxmlformats.org/officeDocument/2006/relationships/slide" Target="/ppt/slides/slide3.xml" Id="R0233db9fc19d4ea4" /><Relationship Type="http://schemas.openxmlformats.org/officeDocument/2006/relationships/slide" Target="/ppt/slides/slide4.xml" Id="R98aa650c5be9413e" /><Relationship Type="http://schemas.openxmlformats.org/officeDocument/2006/relationships/slide" Target="/ppt/slides/slide5.xml" Id="Rada93f2fb0fc4c3b" /><Relationship Type="http://schemas.openxmlformats.org/officeDocument/2006/relationships/slide" Target="/ppt/slides/slide6.xml" Id="R6dfb1c4f6ef9456f" /><Relationship Type="http://schemas.openxmlformats.org/officeDocument/2006/relationships/slide" Target="/ppt/slides/slide7.xml" Id="R06cd9e1e840c4ad0" /><Relationship Type="http://schemas.openxmlformats.org/officeDocument/2006/relationships/slide" Target="/ppt/slides/slide8.xml" Id="R034c9abfa97a4112" /><Relationship Type="http://schemas.openxmlformats.org/officeDocument/2006/relationships/slide" Target="/ppt/slides/slide9.xml" Id="Ra7247505e928475e" /><Relationship Type="http://schemas.openxmlformats.org/officeDocument/2006/relationships/slide" Target="/ppt/slides/slide10.xml" Id="Rac650e4ae6ed450c" /><Relationship Type="http://schemas.openxmlformats.org/officeDocument/2006/relationships/slide" Target="/ppt/slides/slide11.xml" Id="R12e8429789ac4a8a" /><Relationship Type="http://schemas.openxmlformats.org/officeDocument/2006/relationships/slide" Target="/ppt/slides/slide12.xml" Id="R3592f29659be43d4" /><Relationship Type="http://schemas.openxmlformats.org/officeDocument/2006/relationships/slide" Target="/ppt/slides/slide13.xml" Id="R6767169bcbb642b9" /><Relationship Type="http://schemas.openxmlformats.org/officeDocument/2006/relationships/slide" Target="/ppt/slides/slide14.xml" Id="R54c53d3721064f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d803bfafbe4c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5f5512109a43c0" /><Relationship Type="http://schemas.openxmlformats.org/officeDocument/2006/relationships/notesMaster" Target="/ppt/notesMasters/notesMaster1.xml" Id="Re390b514639144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5fb9dfecf84ff4" /><Relationship Type="http://schemas.openxmlformats.org/officeDocument/2006/relationships/notesMaster" Target="/ppt/notesMasters/notesMaster1.xml" Id="Ra4ad28bf47c94b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e7f78ed2624e61" /><Relationship Type="http://schemas.openxmlformats.org/officeDocument/2006/relationships/notesMaster" Target="/ppt/notesMasters/notesMaster1.xml" Id="R33b7fe36a42d44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de566c5c4a4801" /><Relationship Type="http://schemas.openxmlformats.org/officeDocument/2006/relationships/notesMaster" Target="/ppt/notesMasters/notesMaster1.xml" Id="R3e19e35e80db42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a813969a2f490e" /><Relationship Type="http://schemas.openxmlformats.org/officeDocument/2006/relationships/notesMaster" Target="/ppt/notesMasters/notesMaster1.xml" Id="R7bc157def67a47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4ec55f70cf4b6c" /><Relationship Type="http://schemas.openxmlformats.org/officeDocument/2006/relationships/notesMaster" Target="/ppt/notesMasters/notesMaster1.xml" Id="R21089805297c41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b1b7154b1f4620" /><Relationship Type="http://schemas.openxmlformats.org/officeDocument/2006/relationships/notesMaster" Target="/ppt/notesMasters/notesMaster1.xml" Id="R87763cb8c15849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d56a4fa5a14599" /><Relationship Type="http://schemas.openxmlformats.org/officeDocument/2006/relationships/notesMaster" Target="/ppt/notesMasters/notesMaster1.xml" Id="Re785ab1dad9046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a2b1e9cb9b4e53" /><Relationship Type="http://schemas.openxmlformats.org/officeDocument/2006/relationships/notesMaster" Target="/ppt/notesMasters/notesMaster1.xml" Id="R5b3ecfa384b447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ae7f160f8444f5" /><Relationship Type="http://schemas.openxmlformats.org/officeDocument/2006/relationships/notesMaster" Target="/ppt/notesMasters/notesMaster1.xml" Id="R10acfa5b0fe54b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bb5dff43674d77" /><Relationship Type="http://schemas.openxmlformats.org/officeDocument/2006/relationships/notesMaster" Target="/ppt/notesMasters/notesMaster1.xml" Id="Re3217293a1e545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91b05f2f894d65" /><Relationship Type="http://schemas.openxmlformats.org/officeDocument/2006/relationships/notesMaster" Target="/ppt/notesMasters/notesMaster1.xml" Id="Ra5e667f320c642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a4ad58cde145c2" /><Relationship Type="http://schemas.openxmlformats.org/officeDocument/2006/relationships/notesMaster" Target="/ppt/notesMasters/notesMaster1.xml" Id="R668a82bcf81b4a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f9c962f2b942d3" /><Relationship Type="http://schemas.openxmlformats.org/officeDocument/2006/relationships/notesMaster" Target="/ppt/notesMasters/notesMaster1.xml" Id="Rd083f448c91747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de9d4b6584d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dc85f1e31d4449" /><Relationship Type="http://schemas.openxmlformats.org/officeDocument/2006/relationships/slideLayout" Target="/ppt/slideLayouts/slideLayout1.xml" Id="R71eeb0326d7445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eeb0326d7445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d38bb0e294fb3" /><Relationship Type="http://schemas.openxmlformats.org/officeDocument/2006/relationships/notesSlide" Target="/ppt/notesSlides/notesSlide1.xml" Id="Ree93274b9feb4f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a310d9a1945dc" /><Relationship Type="http://schemas.openxmlformats.org/officeDocument/2006/relationships/chart" Target="/ppt/slides/charts/chart1.xml" Id="R3f37cf9d424a4306" /><Relationship Type="http://schemas.openxmlformats.org/officeDocument/2006/relationships/chart" Target="/ppt/slides/charts/chart2.xml" Id="Rf555a76d430d4a76" /><Relationship Type="http://schemas.openxmlformats.org/officeDocument/2006/relationships/notesSlide" Target="/ppt/notesSlides/notesSlide2.xml" Id="R80ce70ac81a248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578bf8d0f421d" /><Relationship Type="http://schemas.openxmlformats.org/officeDocument/2006/relationships/notesSlide" Target="/ppt/notesSlides/notesSlide3.xml" Id="R17481d9d5bb547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95cabc9724d56" /><Relationship Type="http://schemas.openxmlformats.org/officeDocument/2006/relationships/notesSlide" Target="/ppt/notesSlides/notesSlide4.xml" Id="R8274036423a944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ca64980a949a0" /><Relationship Type="http://schemas.openxmlformats.org/officeDocument/2006/relationships/notesSlide" Target="/ppt/notesSlides/notesSlide5.xml" Id="Rd82aeb6276bf4a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29d251de0493d" /><Relationship Type="http://schemas.openxmlformats.org/officeDocument/2006/relationships/notesSlide" Target="/ppt/notesSlides/notesSlide6.xml" Id="R29c25727bc7848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dc8c9cc40439a" /><Relationship Type="http://schemas.openxmlformats.org/officeDocument/2006/relationships/chart" Target="/ppt/slides/charts/chart3.xml" Id="R83472380fc8d41f5" /><Relationship Type="http://schemas.openxmlformats.org/officeDocument/2006/relationships/notesSlide" Target="/ppt/notesSlides/notesSlide7.xml" Id="R666f6125eea346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16d327af44815" /><Relationship Type="http://schemas.openxmlformats.org/officeDocument/2006/relationships/notesSlide" Target="/ppt/notesSlides/notesSlide8.xml" Id="R23c7d8bee02042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80d5833e545fe" /><Relationship Type="http://schemas.openxmlformats.org/officeDocument/2006/relationships/chart" Target="/ppt/slides/charts/chart4.xml" Id="R2c500c05892a42ab" /><Relationship Type="http://schemas.openxmlformats.org/officeDocument/2006/relationships/chart" Target="/ppt/slides/charts/chart5.xml" Id="R8a1f2a5eddd4486a" /><Relationship Type="http://schemas.openxmlformats.org/officeDocument/2006/relationships/chart" Target="/ppt/slides/charts/chart6.xml" Id="Ra44cb62922fa45d5" /><Relationship Type="http://schemas.openxmlformats.org/officeDocument/2006/relationships/notesSlide" Target="/ppt/notesSlides/notesSlide9.xml" Id="R9b0ba0d76fa94b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bb882153641c8" /><Relationship Type="http://schemas.openxmlformats.org/officeDocument/2006/relationships/chart" Target="/ppt/slides/charts/chart7.xml" Id="Rd74727d76580423e" /><Relationship Type="http://schemas.openxmlformats.org/officeDocument/2006/relationships/notesSlide" Target="/ppt/notesSlides/notesSlide10.xml" Id="R63a08ed16da34f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7ff8c5695472c" /><Relationship Type="http://schemas.openxmlformats.org/officeDocument/2006/relationships/chart" Target="/ppt/slides/charts/chart8.xml" Id="R192f4db8d40b4380" /><Relationship Type="http://schemas.openxmlformats.org/officeDocument/2006/relationships/notesSlide" Target="/ppt/notesSlides/notesSlide11.xml" Id="Rd8109a1d97174b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e16d9c9c04642" /><Relationship Type="http://schemas.openxmlformats.org/officeDocument/2006/relationships/chart" Target="/ppt/slides/charts/chart9.xml" Id="R725d3cc818a04580" /><Relationship Type="http://schemas.openxmlformats.org/officeDocument/2006/relationships/notesSlide" Target="/ppt/notesSlides/notesSlide12.xml" Id="R30fc8af24fcb49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48c3582a84b29" /><Relationship Type="http://schemas.openxmlformats.org/officeDocument/2006/relationships/chart" Target="/ppt/slides/charts/chart10.xml" Id="R0ca294772ada4b91" /><Relationship Type="http://schemas.openxmlformats.org/officeDocument/2006/relationships/notesSlide" Target="/ppt/notesSlides/notesSlide13.xml" Id="R9b63dbb1456a46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b5e1469504f02" /><Relationship Type="http://schemas.openxmlformats.org/officeDocument/2006/relationships/notesSlide" Target="/ppt/notesSlides/notesSlide14.xml" Id="R5343284a77a0461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EADC3B71-0BAB-41E8-9AB4-AE15AC1C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768BD05-C9D1-4C99-AE83-CA49B37F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8272F2E-36C9-420D-B9D2-E39256C8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6DD79-432E-434B-BA4A-3A770365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81D09-0D67-4F53-AE02-370A874D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A2552-D266-40E8-95C1-4A8FE0FF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783F9-A4EC-4306-8E6C-565996DE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CEF3B-1D86-47FF-856B-A10A41BE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CF1FE-9E3B-47B8-AB7D-5431BAB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8D62F-3FE5-4403-B11B-9A092E6A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F6FD1-B402-4969-BFE7-0DC560B4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59409-4CE5-44E0-911B-58E74509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8EBDC-1C10-4EF0-A364-4ABE11FE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7B0D0-6C7C-40CD-B2D2-C279C0D8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E9B0B-B438-40D4-BF7C-DE494895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6F5D7-2BA4-4F68-9C20-5A905AB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51066-F683-403A-AFD5-3C95187A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90016-E09A-4414-AD2D-C9D1A7B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08BB2-601B-4D16-9929-5FB17EE3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B5629-5CA2-4346-96FE-7E335334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27A5D-543D-4B18-B47E-01E2B1E4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84B4D-8AC1-4DC4-A8AF-DC41EAB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2B1A5-17DC-459D-828C-F6D6FD0D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AE582-F74B-4CD0-8746-EB3FBEC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3D3F2-2033-4627-A32A-4DBF1541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127FE-5259-4FAB-8A0E-03D69DAB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98D681-ED80-4031-A9A0-0D7F9FC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36153B-827F-4B9E-A4F1-8A1299C8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0E4406-A19D-4676-8EF2-B5350620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313BB2-40CA-4D94-9A89-8022C648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E363E4-F073-4D54-861B-FE1581E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127C06-D8E5-4C50-B81A-789EAE44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AB99DA-2FA4-4DF5-8CB3-0269F40B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74D2BE-7E7F-4E06-BDBD-6B6D5B38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1AB2EC-A735-4B8D-9FEB-9589BD56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9658B7-BFB3-4A57-AB5D-C89E72AD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656A71-0543-4FD9-B630-4246B979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CE93C5-CD9C-4505-874F-47824012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770FEE-F612-40ED-8AF5-73A0D88E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BC8148A7-11C2-4362-B122-E9981277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67612E49-47D8-4931-9776-D988CD95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0ED8E1F6-5987-469A-9B0B-6845D4FF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32B130DC-800B-4BD4-A2A9-B0670F43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B389AD35-62DC-44DE-B2D9-A7E481A4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23642DAF-C6FF-4C90-9DA8-44339263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0B5763-5FBA-45D2-90D2-FAA65DF6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7B4764-FC34-42C6-8FCE-49BD9347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D2020E-C288-46D6-95ED-7C62125F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CD4369-11AF-4D71-9337-B7760937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22D23E9F-A442-4B26-ACE0-D5B95F4A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9AF89845-766A-4F3D-BECB-86F32A12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99281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929EB069-AF33-4C02-8F57-99089D3E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72EA038D-E776-4C61-9F3F-720D2923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85046225-8BAC-4AF9-9C4C-FE3ACEAA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D9835B81-224E-4287-8C3A-038473C2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8A459FDB-EA9A-49E7-9986-6762FBC0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37cf9d424a4306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555a76d430d4a76"/>
          </a:graphicData>
        </a:graphic>
      </p:graphicFrame>
    </p:spTree>
    <p:extLst>
      <p:ext uri="{BB962C8B-B14F-4D97-AF65-F5344CB8AC3E}">
        <p14:creationId xmlns:p14="http://schemas.microsoft.com/office/powerpoint/2010/main" val="667903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E601BDB9-06F5-4B6A-8134-C541881D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873B8532-EFB8-4C72-A8B3-0F472869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049C4F5F-AF53-4CB4-A513-E3DDFAF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5498C433-8CBB-42CB-AD75-31E9107B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F1015324-5FEA-4946-B1A7-A79F5CB4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1F94C820-B35C-41B6-AC76-91366FF3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1B1CA-6F7D-4EE9-9CA0-4A1D097B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3A876B2C-7A79-4643-85DF-B1102800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0D03F30F-5DC6-45BE-B3BE-E2328522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50C40-7410-42B9-943A-75037F5D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FC6A9F37-DFA0-4C27-84C0-49945CD1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D51966E2-355C-49BE-ABD5-7AB0F66F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429B0-31F4-491A-928F-18982067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28521F4F-E9FB-48F6-946A-8F70628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35379F75-E4B9-4F23-9F59-1E293757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8CEEF-39FF-4591-BB6B-5B453FED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FAE63B0C-F8D9-4C3C-9F8A-71FF7ACD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AA98E5A5-8F42-4C78-9837-513AFF51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0F61B541-00C8-4155-B5AF-5C418AA5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3F336-6445-4D89-8E09-6A85C6E3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37DC0-1A5A-4BB5-BFEE-6B54E6AF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4C753-0F3A-4801-A57C-CC2CC597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FB56C-FA1E-4D66-B1AF-F21767F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53C112A0-3F1D-4369-97AB-04DB5143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9B58DFD7-D871-4C67-8552-1E82C1E6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B5EBAC65-A295-4C17-8959-AFE9D34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091986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DDB3DEED-5A97-48E4-8FCD-CD3D28F5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6308450D-DD9B-4CF0-8AE4-2F3D5980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两条历史进度相同（都做了 2 步）、刚完成的动作也相同（都是倒水），但下一步完全不同 —— 只看进度和当前位置分不出来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E23DBCFF-F09C-4E39-8571-5B522123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EC7FBF18-9EF5-4EF0-B071-0442E4D8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67BCB62A-1939-4F51-9507-410744FD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5CDCA53B-0706-41AF-82F8-3F6B962B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B40F0-2F1B-4E04-B66D-9DDCEC5E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FBA70-5EB4-4FD9-9D7F-FBDB331B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B175E-89BB-4525-B001-9B56C5FB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7CF62-FD4B-4F36-911A-CC22C05C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F4B21-E05C-4AF4-A869-EC1F3C65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760F9-43E3-48F5-9959-68436B19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FA8C835A-FB73-4430-B3D7-EA774E8B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0271B1BE-47B5-4F1D-AF95-4AF9A55B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F604F3C0-C3C9-4DED-8AF6-8FC26F92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  <p:sp>
        <p:nvSpPr>
          <p:cNvPr id="20" name="text-44">
            <a:extLst xmlns:a="http://schemas.openxmlformats.org/drawingml/2006/main">
              <a:ext uri="{FF2B5EF4-FFF2-40B4-BE49-F238E27FC236}">
                <a16:creationId xmlns:a16="http://schemas.microsoft.com/office/drawing/2014/main" id="{C3187E52-87B8-4543-84AC-24C68573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先倒热水</a:t>
            </a:r>
          </a:p>
        </p:txBody>
      </p:sp>
      <p:sp>
        <p:nvSpPr>
          <p:cNvPr id="21" name="text-45">
            <a:extLst xmlns:a="http://schemas.openxmlformats.org/drawingml/2006/main">
              <a:ext uri="{FF2B5EF4-FFF2-40B4-BE49-F238E27FC236}">
                <a16:creationId xmlns:a16="http://schemas.microsoft.com/office/drawing/2014/main" id="{7E545B0C-CD42-4D3C-B37E-070AD0C1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倒 水</a:t>
            </a:r>
          </a:p>
        </p:txBody>
      </p:sp>
      <p:sp>
        <p:nvSpPr>
          <p:cNvPr id="22" name="text-46">
            <a:extLst xmlns:a="http://schemas.openxmlformats.org/drawingml/2006/main">
              <a:ext uri="{FF2B5EF4-FFF2-40B4-BE49-F238E27FC236}">
                <a16:creationId xmlns:a16="http://schemas.microsoft.com/office/drawing/2014/main" id="{8F532990-4A79-4CF7-8D06-45210AA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立刻过滤 = 热泡</a:t>
            </a:r>
          </a:p>
        </p:txBody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F23E7495-76AA-472C-B164-6E41CD40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先放粉</a:t>
            </a:r>
          </a:p>
        </p:txBody>
      </p:sp>
      <p:sp>
        <p:nvSpPr>
          <p:cNvPr id="24" name="text-48">
            <a:extLst xmlns:a="http://schemas.openxmlformats.org/drawingml/2006/main">
              <a:ext uri="{FF2B5EF4-FFF2-40B4-BE49-F238E27FC236}">
                <a16:creationId xmlns:a16="http://schemas.microsoft.com/office/drawing/2014/main" id="{B18F8306-9FD7-4BBC-BE79-218BB89C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倒 水</a:t>
            </a:r>
          </a:p>
        </p:txBody>
      </p:sp>
      <p:sp>
        <p:nvSpPr>
          <p:cNvPr id="25" name="text-49">
            <a:extLst xmlns:a="http://schemas.openxmlformats.org/drawingml/2006/main">
              <a:ext uri="{FF2B5EF4-FFF2-40B4-BE49-F238E27FC236}">
                <a16:creationId xmlns:a16="http://schemas.microsoft.com/office/drawing/2014/main" id="{B49C8556-5B68-4CF7-8B4D-C4505B34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054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等 12 小时 = 冷萃</a:t>
            </a:r>
          </a:p>
        </p:txBody>
      </p:sp>
      <p:sp>
        <p:nvSpPr>
          <p:cNvPr id="26" name="text-50">
            <a:extLst xmlns:a="http://schemas.openxmlformats.org/drawingml/2006/main">
              <a:ext uri="{FF2B5EF4-FFF2-40B4-BE49-F238E27FC236}">
                <a16:creationId xmlns:a16="http://schemas.microsoft.com/office/drawing/2014/main" id="{0CBADB66-B84D-41ED-A150-E7C0E9B5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15000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同一副料，顺序不同</a:t>
            </a:r>
          </a:p>
        </p:txBody>
      </p:sp>
    </p:spTree>
    <p:extLst>
      <p:ext uri="{BB962C8B-B14F-4D97-AF65-F5344CB8AC3E}">
        <p14:creationId xmlns:p14="http://schemas.microsoft.com/office/powerpoint/2010/main" val="464589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51">
            <a:extLst xmlns:a="http://schemas.openxmlformats.org/drawingml/2006/main">
              <a:ext uri="{FF2B5EF4-FFF2-40B4-BE49-F238E27FC236}">
                <a16:creationId xmlns:a16="http://schemas.microsoft.com/office/drawing/2014/main" id="{4293E4D6-AEFD-49B8-A8E1-D8122BA3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F03AFFF7-2266-47FB-AE40-079138D1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EB80DB6E-5816-4EC8-AE28-2D299DBE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9BB5183D-0CB4-4E4B-BAFE-BCC6ECAB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25ADE-6ECF-4808-BE5A-73816F72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5A42E-3344-4CFB-9851-8901DCD5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FEFC3-C289-43C8-BA18-26B41D45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46B3D-C42A-4ED2-B231-CFAAA8B5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804A0-28F2-4814-9E15-5E88C928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C8E82-6BBF-4F5D-A59A-EA9EEBAA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5510C-CDE1-4034-93F6-D58C2C1C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55">
            <a:extLst xmlns:a="http://schemas.openxmlformats.org/drawingml/2006/main">
              <a:ext uri="{FF2B5EF4-FFF2-40B4-BE49-F238E27FC236}">
                <a16:creationId xmlns:a16="http://schemas.microsoft.com/office/drawing/2014/main" id="{A059443E-DDB0-4286-8F89-52F2C2F0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56">
            <a:extLst xmlns:a="http://schemas.openxmlformats.org/drawingml/2006/main">
              <a:ext uri="{FF2B5EF4-FFF2-40B4-BE49-F238E27FC236}">
                <a16:creationId xmlns:a16="http://schemas.microsoft.com/office/drawing/2014/main" id="{87F64721-4E02-4FB9-8C84-25DED9DB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7">
            <a:extLst xmlns:a="http://schemas.openxmlformats.org/drawingml/2006/main">
              <a:ext uri="{FF2B5EF4-FFF2-40B4-BE49-F238E27FC236}">
                <a16:creationId xmlns:a16="http://schemas.microsoft.com/office/drawing/2014/main" id="{1EA2DB36-A963-41E6-9348-1955C6C7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DC18F-F082-42E4-B076-7FAE88E2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8">
            <a:extLst xmlns:a="http://schemas.openxmlformats.org/drawingml/2006/main">
              <a:ext uri="{FF2B5EF4-FFF2-40B4-BE49-F238E27FC236}">
                <a16:creationId xmlns:a16="http://schemas.microsoft.com/office/drawing/2014/main" id="{AD036E66-B5DB-4A2C-84DE-1FB7254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BB07840D-0880-4D7A-BD76-6CA4CBFA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60">
            <a:extLst xmlns:a="http://schemas.openxmlformats.org/drawingml/2006/main">
              <a:ext uri="{FF2B5EF4-FFF2-40B4-BE49-F238E27FC236}">
                <a16:creationId xmlns:a16="http://schemas.microsoft.com/office/drawing/2014/main" id="{C37E5B0C-BA6A-40BB-BF1E-486BD704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61">
            <a:extLst xmlns:a="http://schemas.openxmlformats.org/drawingml/2006/main">
              <a:ext uri="{FF2B5EF4-FFF2-40B4-BE49-F238E27FC236}">
                <a16:creationId xmlns:a16="http://schemas.microsoft.com/office/drawing/2014/main" id="{5D64FC7D-7C07-4D3D-8873-12C20DF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62">
            <a:extLst xmlns:a="http://schemas.openxmlformats.org/drawingml/2006/main">
              <a:ext uri="{FF2B5EF4-FFF2-40B4-BE49-F238E27FC236}">
                <a16:creationId xmlns:a16="http://schemas.microsoft.com/office/drawing/2014/main" id="{F389BAFC-D633-437A-8E9C-5A30644F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16585042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63">
            <a:extLst xmlns:a="http://schemas.openxmlformats.org/drawingml/2006/main">
              <a:ext uri="{FF2B5EF4-FFF2-40B4-BE49-F238E27FC236}">
                <a16:creationId xmlns:a16="http://schemas.microsoft.com/office/drawing/2014/main" id="{A815DBB3-2AF3-43FD-B0E0-D0C3DF88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B423F62E-F341-4FE6-993A-0AF3B1AD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咖啡：磨豆、烧水、拿杯子谁先谁后都行；只有「先热水还是先放粉」决定结果 —— 前者不必分开记，后者必须分开记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733861AA-769B-4A00-8E10-E55C2F98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C56C2C11-FD09-4B43-B8F7-2EF79CC2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6D3DDCED-0B23-4A6E-B930-CA41727D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436C0F0C-0003-434B-9E4F-52B6612F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674B7-7769-47F1-897D-4D8B8EB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A74F9-E920-434F-BF3A-F2013848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F6703-5EA5-4FF0-8AE3-FEF3897D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2A6FB-3F76-481C-8A4D-E17430F7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F72FA-AC29-4A45-95CF-D0790F8E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B1030-416A-4520-9E6C-F41B3824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CD16B-7DA6-4C18-B1F4-ED12E955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C9DBD-DCC2-47FA-89E5-ABB2F60F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5D932B-CD26-41DD-AFDB-B9BCA8D9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3DDA5-1824-46D1-81D7-E6CEF478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31191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E1EE2F85-097A-4B5D-86C2-6726E349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ED27FFC9-2EFC-4547-907D-7D662568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ABBE6217-EBF9-4CDC-BF65-C0A8CFB7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472380fc8d41f5"/>
          </a:graphicData>
        </a:graphic>
      </p:graphicFrame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91E0786B-27D1-4128-9ACF-9767B4E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DF289703-FD3E-4DD1-B9B3-2FAF6749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990667F2-CF4A-4353-8C83-487E4677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F6539589-81DB-4CE6-BC1A-11D47961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502450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76">
            <a:extLst xmlns:a="http://schemas.openxmlformats.org/drawingml/2006/main">
              <a:ext uri="{FF2B5EF4-FFF2-40B4-BE49-F238E27FC236}">
                <a16:creationId xmlns:a16="http://schemas.microsoft.com/office/drawing/2014/main" id="{98AA12ED-3A46-4B51-A35E-82AB9B3D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97FA2663-6F9B-49A5-9154-06E29BB6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咖啡：两条历史现在都「该倒水了」，但一条之后要加热、一条要冷藏 —— 现在合并，就是把冷萃的经验用到热泡上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12D846FB-1D94-4545-AA39-3DFA682A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29CDE53A-E692-48BB-9F25-1250810E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EF4C2A48-27C9-441F-8CF8-A228EFC9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74508-450C-45DE-9F25-8645796D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55CE6-0126-48D7-9F3E-30C978DC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18CBA-D74E-4962-A07C-9F012560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7384A37C-C462-4B52-9724-126323DD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加热？</a:t>
            </a:r>
          </a:p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87CA3756-1BBC-45B6-A7DD-73DA65C0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冷却？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E2EA98FA-B9F3-45F3-8A4D-826E1AB8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16EC9-EC7A-4EB0-9175-345666E5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6F1CC-408F-4E68-9850-670578FB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F4DE9-E4B2-4E21-851F-C2D5C02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7F927-0524-42BD-954F-9F67AB56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B940B-3006-4ED1-96B9-9505ABE2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ECF47-6640-46D9-A889-101924A5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01C66D0D-C0F3-4B7F-85B9-FFBB057E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680015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5">
            <a:extLst xmlns:a="http://schemas.openxmlformats.org/drawingml/2006/main">
              <a:ext uri="{FF2B5EF4-FFF2-40B4-BE49-F238E27FC236}">
                <a16:creationId xmlns:a16="http://schemas.microsoft.com/office/drawing/2014/main" id="{9C706630-DCFE-4059-B3C0-84D3C697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B5F7D3C8-B7EE-44AA-A981-3EC1C134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预注册判据 3 / 3 不达标：查询节省 16.9% &lt; 20%；错误裁决 47 次；错误归属 140 次。敏感性上界 23.6% 仍不达标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F0D4C616-062C-41B6-8774-3353B94B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8">
            <a:extLst xmlns:a="http://schemas.openxmlformats.org/drawingml/2006/main">
              <a:ext uri="{FF2B5EF4-FFF2-40B4-BE49-F238E27FC236}">
                <a16:creationId xmlns:a16="http://schemas.microsoft.com/office/drawing/2014/main" id="{20F09A25-E90A-4C54-98D6-468E3D86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7D5D4F92-426F-4890-9C3B-E42D56D1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A6EF5365-1811-404D-A6E3-EBB2941F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500c05892a42ab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1f2a5eddd4486a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4cb62922fa45d5"/>
          </a:graphicData>
        </a:graphic>
      </p:graphicFrame>
    </p:spTree>
    <p:extLst>
      <p:ext uri="{BB962C8B-B14F-4D97-AF65-F5344CB8AC3E}">
        <p14:creationId xmlns:p14="http://schemas.microsoft.com/office/powerpoint/2010/main" val="683198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B568C29E-DE9C-4419-AE8B-8119CA09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CB802E4A-A9F1-4555-B42D-E3E5C870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651EEB76-1927-4BB3-BB95-A2ABEED4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4727d76580423e"/>
          </a:graphicData>
        </a:graphic>
      </p:graphicFrame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9163963B-C628-4AA1-B03A-9B2BDCE0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95">
            <a:extLst xmlns:a="http://schemas.openxmlformats.org/drawingml/2006/main">
              <a:ext uri="{FF2B5EF4-FFF2-40B4-BE49-F238E27FC236}">
                <a16:creationId xmlns:a16="http://schemas.microsoft.com/office/drawing/2014/main" id="{C207B2F3-655E-4FE2-BB6C-78F24F54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96">
            <a:extLst xmlns:a="http://schemas.openxmlformats.org/drawingml/2006/main">
              <a:ext uri="{FF2B5EF4-FFF2-40B4-BE49-F238E27FC236}">
                <a16:creationId xmlns:a16="http://schemas.microsoft.com/office/drawing/2014/main" id="{67904C1D-67AA-4EA9-A4AF-0EAF6278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7">
            <a:extLst xmlns:a="http://schemas.openxmlformats.org/drawingml/2006/main">
              <a:ext uri="{FF2B5EF4-FFF2-40B4-BE49-F238E27FC236}">
                <a16:creationId xmlns:a16="http://schemas.microsoft.com/office/drawing/2014/main" id="{C5F0A58D-04D7-4BA4-A83A-0269057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726902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8">
            <a:extLst xmlns:a="http://schemas.openxmlformats.org/drawingml/2006/main">
              <a:ext uri="{FF2B5EF4-FFF2-40B4-BE49-F238E27FC236}">
                <a16:creationId xmlns:a16="http://schemas.microsoft.com/office/drawing/2014/main" id="{D7450CBA-61A4-424C-B931-E51F7985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99">
            <a:extLst xmlns:a="http://schemas.openxmlformats.org/drawingml/2006/main">
              <a:ext uri="{FF2B5EF4-FFF2-40B4-BE49-F238E27FC236}">
                <a16:creationId xmlns:a16="http://schemas.microsoft.com/office/drawing/2014/main" id="{089BAFC2-EA4A-4160-AC52-3031212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100">
            <a:extLst xmlns:a="http://schemas.openxmlformats.org/drawingml/2006/main">
              <a:ext uri="{FF2B5EF4-FFF2-40B4-BE49-F238E27FC236}">
                <a16:creationId xmlns:a16="http://schemas.microsoft.com/office/drawing/2014/main" id="{255B8F6E-A2D2-4FE3-928C-A774E555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101">
            <a:extLst xmlns:a="http://schemas.openxmlformats.org/drawingml/2006/main">
              <a:ext uri="{FF2B5EF4-FFF2-40B4-BE49-F238E27FC236}">
                <a16:creationId xmlns:a16="http://schemas.microsoft.com/office/drawing/2014/main" id="{E716033E-19DB-4935-86F4-D850899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102">
            <a:extLst xmlns:a="http://schemas.openxmlformats.org/drawingml/2006/main">
              <a:ext uri="{FF2B5EF4-FFF2-40B4-BE49-F238E27FC236}">
                <a16:creationId xmlns:a16="http://schemas.microsoft.com/office/drawing/2014/main" id="{D0F997F0-37F9-4381-AEF4-20051752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F6F43-71EE-4239-B658-31ACABCD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8EB67-0234-4C79-9CB3-92F9923D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FBD73-24E8-4F55-B7CC-E6BD9A5D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53395-12AA-468C-BFF7-417C0ED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087A4-5249-4BE5-918E-F339CA93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103">
            <a:extLst xmlns:a="http://schemas.openxmlformats.org/drawingml/2006/main">
              <a:ext uri="{FF2B5EF4-FFF2-40B4-BE49-F238E27FC236}">
                <a16:creationId xmlns:a16="http://schemas.microsoft.com/office/drawing/2014/main" id="{A13FDE28-DFE1-4D87-BE09-39BB87EB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104">
            <a:extLst xmlns:a="http://schemas.openxmlformats.org/drawingml/2006/main">
              <a:ext uri="{FF2B5EF4-FFF2-40B4-BE49-F238E27FC236}">
                <a16:creationId xmlns:a16="http://schemas.microsoft.com/office/drawing/2014/main" id="{55964FAE-B04D-4103-AC53-DFA87FB3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2f4db8d40b4380"/>
          </a:graphicData>
        </a:graphic>
      </p:graphicFrame>
      <p:sp>
        <p:nvSpPr>
          <p:cNvPr id="18" name="text-105">
            <a:extLst xmlns:a="http://schemas.openxmlformats.org/drawingml/2006/main">
              <a:ext uri="{FF2B5EF4-FFF2-40B4-BE49-F238E27FC236}">
                <a16:creationId xmlns:a16="http://schemas.microsoft.com/office/drawing/2014/main" id="{6038FF33-4FFC-487E-BCC2-F5937EEE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1846513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06">
            <a:extLst xmlns:a="http://schemas.openxmlformats.org/drawingml/2006/main">
              <a:ext uri="{FF2B5EF4-FFF2-40B4-BE49-F238E27FC236}">
                <a16:creationId xmlns:a16="http://schemas.microsoft.com/office/drawing/2014/main" id="{8A66D846-225E-4926-A25D-7AA5845F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7">
            <a:extLst xmlns:a="http://schemas.openxmlformats.org/drawingml/2006/main">
              <a:ext uri="{FF2B5EF4-FFF2-40B4-BE49-F238E27FC236}">
                <a16:creationId xmlns:a16="http://schemas.microsoft.com/office/drawing/2014/main" id="{4319DD55-B444-4263-A865-DA73528F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8">
            <a:extLst xmlns:a="http://schemas.openxmlformats.org/drawingml/2006/main">
              <a:ext uri="{FF2B5EF4-FFF2-40B4-BE49-F238E27FC236}">
                <a16:creationId xmlns:a16="http://schemas.microsoft.com/office/drawing/2014/main" id="{FBCFF60F-4943-4374-A2FF-3E7AEF11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09">
            <a:extLst xmlns:a="http://schemas.openxmlformats.org/drawingml/2006/main">
              <a:ext uri="{FF2B5EF4-FFF2-40B4-BE49-F238E27FC236}">
                <a16:creationId xmlns:a16="http://schemas.microsoft.com/office/drawing/2014/main" id="{13A80CA3-32C6-4111-9CA0-E26B02B4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10">
            <a:extLst xmlns:a="http://schemas.openxmlformats.org/drawingml/2006/main">
              <a:ext uri="{FF2B5EF4-FFF2-40B4-BE49-F238E27FC236}">
                <a16:creationId xmlns:a16="http://schemas.microsoft.com/office/drawing/2014/main" id="{14377593-22E6-4CBB-9588-C83B0D87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11">
            <a:extLst xmlns:a="http://schemas.openxmlformats.org/drawingml/2006/main">
              <a:ext uri="{FF2B5EF4-FFF2-40B4-BE49-F238E27FC236}">
                <a16:creationId xmlns:a16="http://schemas.microsoft.com/office/drawing/2014/main" id="{04000810-1E36-4EA7-B3B2-7185C99A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8F165C2C-FC6F-44E5-8B34-E83DB988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1B9B9-8EBC-49EE-BE4C-65C916DD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13">
            <a:extLst xmlns:a="http://schemas.openxmlformats.org/drawingml/2006/main">
              <a:ext uri="{FF2B5EF4-FFF2-40B4-BE49-F238E27FC236}">
                <a16:creationId xmlns:a16="http://schemas.microsoft.com/office/drawing/2014/main" id="{D31B6787-C8FF-44DA-AAC5-EF513ACA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14">
            <a:extLst xmlns:a="http://schemas.openxmlformats.org/drawingml/2006/main">
              <a:ext uri="{FF2B5EF4-FFF2-40B4-BE49-F238E27FC236}">
                <a16:creationId xmlns:a16="http://schemas.microsoft.com/office/drawing/2014/main" id="{2528F05A-D9B5-4312-BAE8-2A158D9D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15">
            <a:extLst xmlns:a="http://schemas.openxmlformats.org/drawingml/2006/main">
              <a:ext uri="{FF2B5EF4-FFF2-40B4-BE49-F238E27FC236}">
                <a16:creationId xmlns:a16="http://schemas.microsoft.com/office/drawing/2014/main" id="{6843B514-9BF5-4ED1-9E13-73392D4F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D9AD5-EE1A-4B66-9980-756836B6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16">
            <a:extLst xmlns:a="http://schemas.openxmlformats.org/drawingml/2006/main">
              <a:ext uri="{FF2B5EF4-FFF2-40B4-BE49-F238E27FC236}">
                <a16:creationId xmlns:a16="http://schemas.microsoft.com/office/drawing/2014/main" id="{EE38AF02-C239-4D3F-8DA8-CC2AA89B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7">
            <a:extLst xmlns:a="http://schemas.openxmlformats.org/drawingml/2006/main">
              <a:ext uri="{FF2B5EF4-FFF2-40B4-BE49-F238E27FC236}">
                <a16:creationId xmlns:a16="http://schemas.microsoft.com/office/drawing/2014/main" id="{F76A8C13-6295-4ADB-ABBB-85F181FB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8">
            <a:extLst xmlns:a="http://schemas.openxmlformats.org/drawingml/2006/main">
              <a:ext uri="{FF2B5EF4-FFF2-40B4-BE49-F238E27FC236}">
                <a16:creationId xmlns:a16="http://schemas.microsoft.com/office/drawing/2014/main" id="{7BABCA53-5063-4C74-895F-0B8818D5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79597-0A13-47B0-9DBA-41C6C48F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19">
            <a:extLst xmlns:a="http://schemas.openxmlformats.org/drawingml/2006/main">
              <a:ext uri="{FF2B5EF4-FFF2-40B4-BE49-F238E27FC236}">
                <a16:creationId xmlns:a16="http://schemas.microsoft.com/office/drawing/2014/main" id="{A0BD1C69-47D9-4DF7-A328-94F91C97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20">
            <a:extLst xmlns:a="http://schemas.openxmlformats.org/drawingml/2006/main">
              <a:ext uri="{FF2B5EF4-FFF2-40B4-BE49-F238E27FC236}">
                <a16:creationId xmlns:a16="http://schemas.microsoft.com/office/drawing/2014/main" id="{0B3A7A2D-B8F4-475D-A0D9-81ECB8BD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21">
            <a:extLst xmlns:a="http://schemas.openxmlformats.org/drawingml/2006/main">
              <a:ext uri="{FF2B5EF4-FFF2-40B4-BE49-F238E27FC236}">
                <a16:creationId xmlns:a16="http://schemas.microsoft.com/office/drawing/2014/main" id="{4060762B-0BD6-47B7-9A5B-A2716DAF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39FFF-BA75-4314-8A43-8ABA5A4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22">
            <a:extLst xmlns:a="http://schemas.openxmlformats.org/drawingml/2006/main">
              <a:ext uri="{FF2B5EF4-FFF2-40B4-BE49-F238E27FC236}">
                <a16:creationId xmlns:a16="http://schemas.microsoft.com/office/drawing/2014/main" id="{5A160B46-F44E-4CC1-A995-7DF7C185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23">
            <a:extLst xmlns:a="http://schemas.openxmlformats.org/drawingml/2006/main">
              <a:ext uri="{FF2B5EF4-FFF2-40B4-BE49-F238E27FC236}">
                <a16:creationId xmlns:a16="http://schemas.microsoft.com/office/drawing/2014/main" id="{3D9A0D20-A779-4E0D-9588-C3A3B05D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24">
            <a:extLst xmlns:a="http://schemas.openxmlformats.org/drawingml/2006/main">
              <a:ext uri="{FF2B5EF4-FFF2-40B4-BE49-F238E27FC236}">
                <a16:creationId xmlns:a16="http://schemas.microsoft.com/office/drawing/2014/main" id="{593B1E50-724E-4DEF-A096-C321BA2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25">
            <a:extLst xmlns:a="http://schemas.openxmlformats.org/drawingml/2006/main">
              <a:ext uri="{FF2B5EF4-FFF2-40B4-BE49-F238E27FC236}">
                <a16:creationId xmlns:a16="http://schemas.microsoft.com/office/drawing/2014/main" id="{5E88F837-CA64-4016-8042-55A4BAC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5d3cc818a04580"/>
          </a:graphicData>
        </a:graphic>
      </p:graphicFrame>
      <p:sp>
        <p:nvSpPr>
          <p:cNvPr id="26" name="text-126">
            <a:extLst xmlns:a="http://schemas.openxmlformats.org/drawingml/2006/main">
              <a:ext uri="{FF2B5EF4-FFF2-40B4-BE49-F238E27FC236}">
                <a16:creationId xmlns:a16="http://schemas.microsoft.com/office/drawing/2014/main" id="{2C91A25A-44E1-41F3-AAE1-48643C65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</p:spTree>
    <p:extLst>
      <p:ext uri="{BB962C8B-B14F-4D97-AF65-F5344CB8AC3E}">
        <p14:creationId xmlns:p14="http://schemas.microsoft.com/office/powerpoint/2010/main" val="9439442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7">
            <a:extLst xmlns:a="http://schemas.openxmlformats.org/drawingml/2006/main">
              <a:ext uri="{FF2B5EF4-FFF2-40B4-BE49-F238E27FC236}">
                <a16:creationId xmlns:a16="http://schemas.microsoft.com/office/drawing/2014/main" id="{199664AE-9E2A-4286-A021-EC033FC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28">
            <a:extLst xmlns:a="http://schemas.openxmlformats.org/drawingml/2006/main">
              <a:ext uri="{FF2B5EF4-FFF2-40B4-BE49-F238E27FC236}">
                <a16:creationId xmlns:a16="http://schemas.microsoft.com/office/drawing/2014/main" id="{230A71D8-5E66-49E9-9580-6054FD64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29">
            <a:extLst xmlns:a="http://schemas.openxmlformats.org/drawingml/2006/main">
              <a:ext uri="{FF2B5EF4-FFF2-40B4-BE49-F238E27FC236}">
                <a16:creationId xmlns:a16="http://schemas.microsoft.com/office/drawing/2014/main" id="{467E75D7-2511-48A8-8725-70AF83B4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a294772ada4b9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CB03A-DC7D-4B45-AB88-05AD883C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30">
            <a:extLst xmlns:a="http://schemas.openxmlformats.org/drawingml/2006/main">
              <a:ext uri="{FF2B5EF4-FFF2-40B4-BE49-F238E27FC236}">
                <a16:creationId xmlns:a16="http://schemas.microsoft.com/office/drawing/2014/main" id="{6D0D6B77-1131-4AD3-BB70-01C0B9C4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31">
            <a:extLst xmlns:a="http://schemas.openxmlformats.org/drawingml/2006/main">
              <a:ext uri="{FF2B5EF4-FFF2-40B4-BE49-F238E27FC236}">
                <a16:creationId xmlns:a16="http://schemas.microsoft.com/office/drawing/2014/main" id="{E2F8E111-C0D9-4631-BEC5-12298AEA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 —— 与上一页的普通条件相反</a:t>
            </a:r>
          </a:p>
        </p:txBody>
      </p:sp>
    </p:spTree>
    <p:extLst>
      <p:ext uri="{BB962C8B-B14F-4D97-AF65-F5344CB8AC3E}">
        <p14:creationId xmlns:p14="http://schemas.microsoft.com/office/powerpoint/2010/main" val="11527895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2">
            <a:extLst xmlns:a="http://schemas.openxmlformats.org/drawingml/2006/main">
              <a:ext uri="{FF2B5EF4-FFF2-40B4-BE49-F238E27FC236}">
                <a16:creationId xmlns:a16="http://schemas.microsoft.com/office/drawing/2014/main" id="{0C728961-A26D-4506-9E46-6FD9B10A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33">
            <a:extLst xmlns:a="http://schemas.openxmlformats.org/drawingml/2006/main">
              <a:ext uri="{FF2B5EF4-FFF2-40B4-BE49-F238E27FC236}">
                <a16:creationId xmlns:a16="http://schemas.microsoft.com/office/drawing/2014/main" id="{8DAB041E-7D69-4C05-8DC3-2F90DFA1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34">
            <a:extLst xmlns:a="http://schemas.openxmlformats.org/drawingml/2006/main">
              <a:ext uri="{FF2B5EF4-FFF2-40B4-BE49-F238E27FC236}">
                <a16:creationId xmlns:a16="http://schemas.microsoft.com/office/drawing/2014/main" id="{8C987902-7870-4CFB-A43A-B474EA2E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35">
            <a:extLst xmlns:a="http://schemas.openxmlformats.org/drawingml/2006/main">
              <a:ext uri="{FF2B5EF4-FFF2-40B4-BE49-F238E27FC236}">
                <a16:creationId xmlns:a16="http://schemas.microsoft.com/office/drawing/2014/main" id="{E536917A-0593-433D-BA09-4F2E3DC5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36">
            <a:extLst xmlns:a="http://schemas.openxmlformats.org/drawingml/2006/main">
              <a:ext uri="{FF2B5EF4-FFF2-40B4-BE49-F238E27FC236}">
                <a16:creationId xmlns:a16="http://schemas.microsoft.com/office/drawing/2014/main" id="{4B4B9ADE-A4D7-40CA-AFF3-2A251DD6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7">
            <a:extLst xmlns:a="http://schemas.openxmlformats.org/drawingml/2006/main">
              <a:ext uri="{FF2B5EF4-FFF2-40B4-BE49-F238E27FC236}">
                <a16:creationId xmlns:a16="http://schemas.microsoft.com/office/drawing/2014/main" id="{573E0571-70DE-4A82-9511-5056AFE4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38">
            <a:extLst xmlns:a="http://schemas.openxmlformats.org/drawingml/2006/main">
              <a:ext uri="{FF2B5EF4-FFF2-40B4-BE49-F238E27FC236}">
                <a16:creationId xmlns:a16="http://schemas.microsoft.com/office/drawing/2014/main" id="{77159313-87FF-4188-8355-02468CB0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DF89C-03A7-4FE5-B307-62E7FA27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99264-C61A-403E-9924-B267E624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826BC-35CE-4555-9A33-0B2AFF9B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D959C-CE1B-4BB7-A844-C62130DE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39">
            <a:extLst xmlns:a="http://schemas.openxmlformats.org/drawingml/2006/main">
              <a:ext uri="{FF2B5EF4-FFF2-40B4-BE49-F238E27FC236}">
                <a16:creationId xmlns:a16="http://schemas.microsoft.com/office/drawing/2014/main" id="{4ED884AA-2140-4F45-8A38-A510FA8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40">
            <a:extLst xmlns:a="http://schemas.openxmlformats.org/drawingml/2006/main">
              <a:ext uri="{FF2B5EF4-FFF2-40B4-BE49-F238E27FC236}">
                <a16:creationId xmlns:a16="http://schemas.microsoft.com/office/drawing/2014/main" id="{D33408F1-4477-4A94-A9EF-9F9014AF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41">
            <a:extLst xmlns:a="http://schemas.openxmlformats.org/drawingml/2006/main">
              <a:ext uri="{FF2B5EF4-FFF2-40B4-BE49-F238E27FC236}">
                <a16:creationId xmlns:a16="http://schemas.microsoft.com/office/drawing/2014/main" id="{BFF4612D-9613-408F-896F-F0E069EF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F2F2A-1A27-4F01-A4D5-8985B369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CB286-4E48-4E16-A0B0-48742C23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D781A-0187-4A99-8ECD-C1E2EE68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F5897-FAED-4F03-89F2-594E02B6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42">
            <a:extLst xmlns:a="http://schemas.openxmlformats.org/drawingml/2006/main">
              <a:ext uri="{FF2B5EF4-FFF2-40B4-BE49-F238E27FC236}">
                <a16:creationId xmlns:a16="http://schemas.microsoft.com/office/drawing/2014/main" id="{9000E7E2-1F00-4C8A-8D2A-0F9EC038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43">
            <a:extLst xmlns:a="http://schemas.openxmlformats.org/drawingml/2006/main">
              <a:ext uri="{FF2B5EF4-FFF2-40B4-BE49-F238E27FC236}">
                <a16:creationId xmlns:a16="http://schemas.microsoft.com/office/drawing/2014/main" id="{A58908C5-A980-4E66-AF71-DABF423B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44">
            <a:extLst xmlns:a="http://schemas.openxmlformats.org/drawingml/2006/main">
              <a:ext uri="{FF2B5EF4-FFF2-40B4-BE49-F238E27FC236}">
                <a16:creationId xmlns:a16="http://schemas.microsoft.com/office/drawing/2014/main" id="{AB780596-8116-47E4-AD00-6CE409E6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5EF77-32BE-479D-9B51-DD28EE2B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CBA3A-4673-41A0-B824-A6DB3837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E179D-C2B1-4467-9F0B-7E9F0FCC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22929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2026-09-16T04:37:53.2110000Z</dcterms:created>
  <dcterms:modified xsi:type="dcterms:W3CDTF">2026-09-16T04:37:53.2110000Z</dcterms:modified>
</coreProperties>
</file>