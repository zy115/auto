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f858c7bc334abc" /><Relationship Type="http://schemas.openxmlformats.org/officeDocument/2006/relationships/extended-properties" Target="/docProps/app.xml" Id="R2070136fd29c431c" /><Relationship Type="http://schemas.openxmlformats.org/officeDocument/2006/relationships/officeDocument" Target="/ppt/presentation.xml" Id="R97b2d5582cac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2c6a6030394d8b"/>
  </p:sldMasterIdLst>
  <p:notesMasterIdLst>
    <p:notesMasterId xmlns:r="http://schemas.openxmlformats.org/officeDocument/2006/relationships" r:id="R4a167e765aa5473e"/>
  </p:notesMasterIdLst>
  <p:sldIdLst>
    <p:sldId xmlns:r="http://schemas.openxmlformats.org/officeDocument/2006/relationships" id="256" r:id="Rbfbd4d23eece428a"/>
    <p:sldId xmlns:r="http://schemas.openxmlformats.org/officeDocument/2006/relationships" id="257" r:id="Redcc1034bca24466"/>
    <p:sldId xmlns:r="http://schemas.openxmlformats.org/officeDocument/2006/relationships" id="258" r:id="R8ce614ed360d4a85"/>
    <p:sldId xmlns:r="http://schemas.openxmlformats.org/officeDocument/2006/relationships" id="259" r:id="R5125b150d1534175"/>
    <p:sldId xmlns:r="http://schemas.openxmlformats.org/officeDocument/2006/relationships" id="260" r:id="R54feeabca64e419c"/>
    <p:sldId xmlns:r="http://schemas.openxmlformats.org/officeDocument/2006/relationships" id="261" r:id="Rcef7f4f376c24bf3"/>
    <p:sldId xmlns:r="http://schemas.openxmlformats.org/officeDocument/2006/relationships" id="262" r:id="R3ea9a7bbd7ef4bd0"/>
    <p:sldId xmlns:r="http://schemas.openxmlformats.org/officeDocument/2006/relationships" id="263" r:id="Rc5a89088245b4129"/>
    <p:sldId xmlns:r="http://schemas.openxmlformats.org/officeDocument/2006/relationships" id="264" r:id="Rdc9bc96ddb744ef0"/>
    <p:sldId xmlns:r="http://schemas.openxmlformats.org/officeDocument/2006/relationships" id="265" r:id="R1f7e5d836d024dc2"/>
    <p:sldId xmlns:r="http://schemas.openxmlformats.org/officeDocument/2006/relationships" id="266" r:id="R298d7500595b4c7b"/>
    <p:sldId xmlns:r="http://schemas.openxmlformats.org/officeDocument/2006/relationships" id="267" r:id="R00e982a2152f4299"/>
    <p:sldId xmlns:r="http://schemas.openxmlformats.org/officeDocument/2006/relationships" id="268" r:id="R57df83be821946b1"/>
    <p:sldId xmlns:r="http://schemas.openxmlformats.org/officeDocument/2006/relationships" id="269" r:id="Re80d52edd182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5dd13e145a4ebd" /><Relationship Type="http://schemas.openxmlformats.org/officeDocument/2006/relationships/slideMaster" Target="/ppt/slideMasters/slideMaster1.xml" Id="R1d2c6a6030394d8b" /><Relationship Type="http://schemas.openxmlformats.org/officeDocument/2006/relationships/notesMaster" Target="/ppt/notesMasters/notesMaster1.xml" Id="R4a167e765aa5473e" /><Relationship Type="http://schemas.openxmlformats.org/officeDocument/2006/relationships/presProps" Target="/ppt/presProps.xml" Id="Ref2479895eb44216" /><Relationship Type="http://schemas.openxmlformats.org/officeDocument/2006/relationships/tableStyles" Target="/ppt/tableStyles.xml" Id="R2436256becd646f4" /><Relationship Type="http://schemas.openxmlformats.org/officeDocument/2006/relationships/slide" Target="/ppt/slides/slide1.xml" Id="Rbfbd4d23eece428a" /><Relationship Type="http://schemas.openxmlformats.org/officeDocument/2006/relationships/slide" Target="/ppt/slides/slide2.xml" Id="Redcc1034bca24466" /><Relationship Type="http://schemas.openxmlformats.org/officeDocument/2006/relationships/slide" Target="/ppt/slides/slide3.xml" Id="R8ce614ed360d4a85" /><Relationship Type="http://schemas.openxmlformats.org/officeDocument/2006/relationships/slide" Target="/ppt/slides/slide4.xml" Id="R5125b150d1534175" /><Relationship Type="http://schemas.openxmlformats.org/officeDocument/2006/relationships/slide" Target="/ppt/slides/slide5.xml" Id="R54feeabca64e419c" /><Relationship Type="http://schemas.openxmlformats.org/officeDocument/2006/relationships/slide" Target="/ppt/slides/slide6.xml" Id="Rcef7f4f376c24bf3" /><Relationship Type="http://schemas.openxmlformats.org/officeDocument/2006/relationships/slide" Target="/ppt/slides/slide7.xml" Id="R3ea9a7bbd7ef4bd0" /><Relationship Type="http://schemas.openxmlformats.org/officeDocument/2006/relationships/slide" Target="/ppt/slides/slide8.xml" Id="Rc5a89088245b4129" /><Relationship Type="http://schemas.openxmlformats.org/officeDocument/2006/relationships/slide" Target="/ppt/slides/slide9.xml" Id="Rdc9bc96ddb744ef0" /><Relationship Type="http://schemas.openxmlformats.org/officeDocument/2006/relationships/slide" Target="/ppt/slides/slide10.xml" Id="R1f7e5d836d024dc2" /><Relationship Type="http://schemas.openxmlformats.org/officeDocument/2006/relationships/slide" Target="/ppt/slides/slide11.xml" Id="R298d7500595b4c7b" /><Relationship Type="http://schemas.openxmlformats.org/officeDocument/2006/relationships/slide" Target="/ppt/slides/slide12.xml" Id="R00e982a2152f4299" /><Relationship Type="http://schemas.openxmlformats.org/officeDocument/2006/relationships/slide" Target="/ppt/slides/slide13.xml" Id="R57df83be821946b1" /><Relationship Type="http://schemas.openxmlformats.org/officeDocument/2006/relationships/slide" Target="/ppt/slides/slide14.xml" Id="Re80d52edd182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bcefc37afb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19d64884154866" /><Relationship Type="http://schemas.openxmlformats.org/officeDocument/2006/relationships/notesMaster" Target="/ppt/notesMasters/notesMaster1.xml" Id="R33e75ab96255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db28ca7264e07" /><Relationship Type="http://schemas.openxmlformats.org/officeDocument/2006/relationships/notesMaster" Target="/ppt/notesMasters/notesMaster1.xml" Id="R3ad81294166145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6aff959b64ce2" /><Relationship Type="http://schemas.openxmlformats.org/officeDocument/2006/relationships/notesMaster" Target="/ppt/notesMasters/notesMaster1.xml" Id="Rfe83a90c5fe04c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6f6db58a944ac1" /><Relationship Type="http://schemas.openxmlformats.org/officeDocument/2006/relationships/notesMaster" Target="/ppt/notesMasters/notesMaster1.xml" Id="R9140317468e547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4780eba5654251" /><Relationship Type="http://schemas.openxmlformats.org/officeDocument/2006/relationships/notesMaster" Target="/ppt/notesMasters/notesMaster1.xml" Id="R7c753cdcdca940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6682b514243c1" /><Relationship Type="http://schemas.openxmlformats.org/officeDocument/2006/relationships/notesMaster" Target="/ppt/notesMasters/notesMaster1.xml" Id="R46c206bbe22b48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9a11e87ead40af" /><Relationship Type="http://schemas.openxmlformats.org/officeDocument/2006/relationships/notesMaster" Target="/ppt/notesMasters/notesMaster1.xml" Id="Recf722a5de754a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c4fb70b9d472a" /><Relationship Type="http://schemas.openxmlformats.org/officeDocument/2006/relationships/notesMaster" Target="/ppt/notesMasters/notesMaster1.xml" Id="R974c9045310b43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c0934845df41fa" /><Relationship Type="http://schemas.openxmlformats.org/officeDocument/2006/relationships/notesMaster" Target="/ppt/notesMasters/notesMaster1.xml" Id="R25760bf796c4446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16fa392fd746d5" /><Relationship Type="http://schemas.openxmlformats.org/officeDocument/2006/relationships/notesMaster" Target="/ppt/notesMasters/notesMaster1.xml" Id="R68538ab0db0d49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5d755819cf4daf" /><Relationship Type="http://schemas.openxmlformats.org/officeDocument/2006/relationships/notesMaster" Target="/ppt/notesMasters/notesMaster1.xml" Id="R39f91e77619b41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8c32a30bb74fc0" /><Relationship Type="http://schemas.openxmlformats.org/officeDocument/2006/relationships/notesMaster" Target="/ppt/notesMasters/notesMaster1.xml" Id="Rcba215d1cf3a41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e68598f3d104174" /><Relationship Type="http://schemas.openxmlformats.org/officeDocument/2006/relationships/notesMaster" Target="/ppt/notesMasters/notesMaster1.xml" Id="R79cf183c20a94c3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610dc9767945de" /><Relationship Type="http://schemas.openxmlformats.org/officeDocument/2006/relationships/notesMaster" Target="/ppt/notesMasters/notesMaster1.xml" Id="R5ad84f949e324b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：A与B是两个不同的首步（烧开水 / 取冷水），E是两边共有的同一个动作（冲入咖啡粉）。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删失：原始归档results/factorial.json中first90=-1（从未达标）共40次，全部落在Y00（30/720）与Y01（10/720），Y10/Y11/QRM为0。页面中位数按达标者计；Y00若把-1记作预算200000，中位为41000而非38500。该丢弃使Y00/Y01显得偏好，因此本页对比是保守的。另：报告曾给出样本复杂度主效应路由6.39x、复用5.34x，本次未能从归档复现（把-1记作预算得9.03x/4.50x），故本页不列该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4541beda9941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cf77de85744fc" /><Relationship Type="http://schemas.openxmlformats.org/officeDocument/2006/relationships/slideLayout" Target="/ppt/slideLayouts/slideLayout1.xml" Id="R0459d8d2d3fb4e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59d8d2d3fb4e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772c261994814" /><Relationship Type="http://schemas.openxmlformats.org/officeDocument/2006/relationships/notesSlide" Target="/ppt/notesSlides/notesSlide1.xml" Id="Rac0ae087ddc74a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045329fda4de2" /><Relationship Type="http://schemas.openxmlformats.org/officeDocument/2006/relationships/chart" Target="/ppt/slides/charts/chart1.xml" Id="R93f0b4cb993c4ba4" /><Relationship Type="http://schemas.openxmlformats.org/officeDocument/2006/relationships/chart" Target="/ppt/slides/charts/chart2.xml" Id="R0aae2237754e404d" /><Relationship Type="http://schemas.openxmlformats.org/officeDocument/2006/relationships/notesSlide" Target="/ppt/notesSlides/notesSlide2.xml" Id="R976e9a5159b145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c67c89c6a45f9" /><Relationship Type="http://schemas.openxmlformats.org/officeDocument/2006/relationships/notesSlide" Target="/ppt/notesSlides/notesSlide3.xml" Id="R143edc1d605a4f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662e78cee4b27" /><Relationship Type="http://schemas.openxmlformats.org/officeDocument/2006/relationships/notesSlide" Target="/ppt/notesSlides/notesSlide4.xml" Id="R22c4b717e34d47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e5c4524c74470" /><Relationship Type="http://schemas.openxmlformats.org/officeDocument/2006/relationships/notesSlide" Target="/ppt/notesSlides/notesSlide5.xml" Id="Rd4eb0bffa37643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8480e16b4470e" /><Relationship Type="http://schemas.openxmlformats.org/officeDocument/2006/relationships/notesSlide" Target="/ppt/notesSlides/notesSlide6.xml" Id="R6aeba063410a41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efa0ca59f4314" /><Relationship Type="http://schemas.openxmlformats.org/officeDocument/2006/relationships/chart" Target="/ppt/slides/charts/chart3.xml" Id="Raed4ee202a2541ee" /><Relationship Type="http://schemas.openxmlformats.org/officeDocument/2006/relationships/notesSlide" Target="/ppt/notesSlides/notesSlide7.xml" Id="R676ee671b29f43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6a07874d0e46d6" /><Relationship Type="http://schemas.openxmlformats.org/officeDocument/2006/relationships/notesSlide" Target="/ppt/notesSlides/notesSlide8.xml" Id="R30f8f6f843a149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3a69edcf24858" /><Relationship Type="http://schemas.openxmlformats.org/officeDocument/2006/relationships/chart" Target="/ppt/slides/charts/chart4.xml" Id="R6d842c64651d4ae6" /><Relationship Type="http://schemas.openxmlformats.org/officeDocument/2006/relationships/chart" Target="/ppt/slides/charts/chart5.xml" Id="Rf08f31a01fad4d16" /><Relationship Type="http://schemas.openxmlformats.org/officeDocument/2006/relationships/chart" Target="/ppt/slides/charts/chart6.xml" Id="R0949d4b1cfc84745" /><Relationship Type="http://schemas.openxmlformats.org/officeDocument/2006/relationships/notesSlide" Target="/ppt/notesSlides/notesSlide9.xml" Id="Rec13a22a43a44d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9bf905f374654" /><Relationship Type="http://schemas.openxmlformats.org/officeDocument/2006/relationships/chart" Target="/ppt/slides/charts/chart7.xml" Id="Rcfe4b0f2b7d8454c" /><Relationship Type="http://schemas.openxmlformats.org/officeDocument/2006/relationships/notesSlide" Target="/ppt/notesSlides/notesSlide10.xml" Id="Ra25c23d5618942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d4bedcf8c4613" /><Relationship Type="http://schemas.openxmlformats.org/officeDocument/2006/relationships/chart" Target="/ppt/slides/charts/chart8.xml" Id="R82d77abaa2c84ee8" /><Relationship Type="http://schemas.openxmlformats.org/officeDocument/2006/relationships/notesSlide" Target="/ppt/notesSlides/notesSlide11.xml" Id="R9053fe0a02ac43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5aea59c81436d" /><Relationship Type="http://schemas.openxmlformats.org/officeDocument/2006/relationships/chart" Target="/ppt/slides/charts/chart9.xml" Id="R6ed6dd8fde654ddd" /><Relationship Type="http://schemas.openxmlformats.org/officeDocument/2006/relationships/notesSlide" Target="/ppt/notesSlides/notesSlide12.xml" Id="R797764a33da74e9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85d8eaf044c42" /><Relationship Type="http://schemas.openxmlformats.org/officeDocument/2006/relationships/chart" Target="/ppt/slides/charts/chart10.xml" Id="R04edf8d5a5634f43" /><Relationship Type="http://schemas.openxmlformats.org/officeDocument/2006/relationships/notesSlide" Target="/ppt/notesSlides/notesSlide13.xml" Id="R80cb52b13b4d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3acf3ecdc4079" /><Relationship Type="http://schemas.openxmlformats.org/officeDocument/2006/relationships/notesSlide" Target="/ppt/notesSlides/notesSlide14.xml" Id="R9284a4b57e794e9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0FB2B536-D4C5-408A-9287-FFA66110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C71C0CE-3945-440A-B7CE-D1A2C856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57EA7A5-E8AB-4241-86B2-E34C2C75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7337B-6B87-4A73-BF83-3D23440A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DB064-33E3-4483-B6A1-88DF4917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3838C-A6F8-4B13-A02E-2401372F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FA3D-96C5-4A02-86B4-F98FC57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B53BA-DC4E-4FC2-9A27-E4BA8A9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771CBE-4B51-40DF-8A26-F33245E0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D560E-1D9E-4C46-8577-9B422F6A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197837-1406-4A49-A561-F5DAA250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D2716-BF50-4251-B1F0-A57673CB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4415D5-95F0-4B78-A2CC-A1E43102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8542D-F565-4B8B-A3F5-AE7CFF30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E5359-E304-4D15-8085-14E438F4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43212-206F-427F-B1BC-68BB2764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FC3F7-50BD-4E8D-A4BC-3D0B9108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C3590-8005-4195-9982-05A67331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B61AB5-4CE7-43CD-83B0-8A54FFAA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41AB1A-AFA8-4925-B742-2F57E336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6010A6-04F3-418D-B8A6-5FD521F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CBFB4F-0B8D-4F3D-8B33-AC24662C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F25C94-8ADD-4889-AEB6-2E3A0D25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EEC46-3409-4D2B-B12A-AE67444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2DCF88-A745-4533-B4B6-8E49AE3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307BA-CFA6-4BC6-81F2-19997727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E7C78-E341-4673-9CF3-C2B63F61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657000-43BA-403A-8ABA-DA4B495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28DC4-E04C-464A-9C8A-8D367341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A2FC5D-9293-4838-B6D6-7C7A941A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BB52FA-D33F-453F-8F9D-FC622CE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B2400A-0D27-4E6C-B122-EF564FAE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5228BF-84CA-42B3-9F8F-45C98EE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720FCB-1E72-43EC-8B66-CCC24D05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6F9D82-79AC-451F-B628-1B512301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24230F-AB9D-4AE4-90B1-3C91E56A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F9B7E-BB6D-4B96-94ED-0AD0E972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B45E66-74A4-4EC2-B90C-4ACE926E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67E413-D711-4056-A42D-DAADA98D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09EAB583-889D-4D5B-ADED-D5A67236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2F5D3F63-191F-437A-9266-AF9058607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A5289508-6CB7-43C6-B6A7-41FD1523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2927BA60-BF46-4701-B05B-1EA1E710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CAFAF734-0003-4A0F-A42F-71E14E32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7EB832ED-4DAD-4009-AC25-BA45284F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090450-0B0E-4F3C-A546-4937C54A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B3183A-684D-4769-A9F6-04EE3D2F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D77665-A3AA-48AB-9BE8-76AE8363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93CEE36-D0BF-4A74-9B47-997A6D00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3D856CEF-2B07-47E2-AEDB-6B6BA8F0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E9B4A747-544F-4F60-8555-D52AF5038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1850028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99E89DF0-C35B-4CC2-8C03-1BCA2B0B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33AFF798-F643-4711-9190-AEF21139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个种子；立即与延迟是同配置的时机对照，普通 replay 探索率不同，仅作参考基线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4D8FB389-B08D-48C1-A1C8-DD5C7203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C487B45C-C12F-449F-AEC4-A516330E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BC05C19B-F189-434C-A9E4-05DD9F0F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f0b4cb993c4ba4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ae2237754e404d"/>
          </a:graphicData>
        </a:graphic>
      </p:graphicFrame>
    </p:spTree>
    <p:extLst>
      <p:ext uri="{BB962C8B-B14F-4D97-AF65-F5344CB8AC3E}">
        <p14:creationId xmlns:p14="http://schemas.microsoft.com/office/powerpoint/2010/main" val="2095162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2894EE9D-45BE-429F-A567-DC462402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61908429-7E76-4683-9B57-B02F22F2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ECBA978F-2820-4543-84B0-DF3ED81A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B2FB0279-3959-45AC-B745-1466D3FA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B5CE8A50-3B78-4CB8-B93E-30B52595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BAA1F200-EE69-4B1E-B808-73245B9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36CD8-B769-4E3D-A4BB-E0B3EB67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CD0C912F-1E43-4F88-9EA7-29B026E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8F0BE9EF-96D8-4AFF-B2BD-2ADFD16E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EBD45-3687-4E15-BFE3-7962E4C9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413696C8-F889-4D9D-A69C-FC5B7271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7668AF92-7D16-479E-A73D-27C9546F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89A87-E9CE-4260-9644-5E2D02DB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3CDDC348-6386-403F-B832-33097716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08A38909-9CCA-4E4E-96AA-A3423E05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2D0832-081E-4199-8AEF-D63A32202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14C8E559-4909-413B-A7D8-AEA449F1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3FF3078B-313B-44C5-AED7-3B669A66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4196EA2B-C691-4BC4-9F08-F0FDCDB9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6332F8-C1DB-4FDB-A197-CA5ECA7B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13D6D0-B1A3-4946-8912-E2FC538A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8107F8-3B45-4425-B9FD-BD2D583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23E75-73BB-4E64-B13D-68B5927A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FCE1B419-2F6A-4C20-BD91-8956BEC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7CE26DA5-C13D-4986-8C40-DE233C80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23D04F92-3262-4042-AB8F-EC6CAA23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5626714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35">
            <a:extLst xmlns:a="http://schemas.openxmlformats.org/drawingml/2006/main">
              <a:ext uri="{FF2B5EF4-FFF2-40B4-BE49-F238E27FC236}">
                <a16:creationId xmlns:a16="http://schemas.microsoft.com/office/drawing/2014/main" id="{F8A5AA1A-7211-4016-982F-91A33458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53508EA4-2CE0-46AB-AD53-D48839C9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两条历史进度相同（都做了 2 步）、刚完成的动作也相同（都是冲粉），但下一步完全不同 —— 只看进度和当前位置分不出来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AFD8270A-F675-4BD6-B4B6-FE238DA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FC2FF849-D23D-4791-9D89-02EAB38B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357DA105-A5FF-46BA-B33D-E4D0D383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61E95337-B8AC-45C2-A0AD-6F4D40C5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3DDA98-5AC2-4CAC-A8BE-20F817D6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3BD33-6EB5-4087-98A4-EC6929A6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09269-2E39-4BBE-82C5-83824E6A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15341-48C8-41A0-9166-3DA4F0AB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7DE42-5A4D-47C2-9D84-FC28A93B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BC21A-5D0D-46B9-9033-628F7821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A0794082-4AC6-4886-AB9F-1AD2F4E8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E6DC3482-0BB2-4EC8-9DA2-1D889097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B6A6D8E5-D98B-4DE0-B3EC-E160C12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  <p:sp>
        <p:nvSpPr>
          <p:cNvPr id="20" name="text-44">
            <a:extLst xmlns:a="http://schemas.openxmlformats.org/drawingml/2006/main">
              <a:ext uri="{FF2B5EF4-FFF2-40B4-BE49-F238E27FC236}">
                <a16:creationId xmlns:a16="http://schemas.microsoft.com/office/drawing/2014/main" id="{5F8441DE-A5A7-4CB9-AB3D-673C89EB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86125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先烧开水</a:t>
            </a:r>
          </a:p>
        </p:txBody>
      </p:sp>
      <p:sp>
        <p:nvSpPr>
          <p:cNvPr id="21" name="text-45">
            <a:extLst xmlns:a="http://schemas.openxmlformats.org/drawingml/2006/main">
              <a:ext uri="{FF2B5EF4-FFF2-40B4-BE49-F238E27FC236}">
                <a16:creationId xmlns:a16="http://schemas.microsoft.com/office/drawing/2014/main" id="{C082EE33-3415-49D6-AB9D-C7545F0A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86125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冲入咖啡粉</a:t>
            </a:r>
          </a:p>
        </p:txBody>
      </p:sp>
      <p:sp>
        <p:nvSpPr>
          <p:cNvPr id="22" name="text-46">
            <a:extLst xmlns:a="http://schemas.openxmlformats.org/drawingml/2006/main">
              <a:ext uri="{FF2B5EF4-FFF2-40B4-BE49-F238E27FC236}">
                <a16:creationId xmlns:a16="http://schemas.microsoft.com/office/drawing/2014/main" id="{1CBF6016-562F-4D5A-99AB-732EC19E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3 分钟后过滤 = 热泡</a:t>
            </a:r>
          </a:p>
        </p:txBody>
      </p:sp>
      <p:sp>
        <p:nvSpPr>
          <p:cNvPr id="23" name="text-47">
            <a:extLst xmlns:a="http://schemas.openxmlformats.org/drawingml/2006/main">
              <a:ext uri="{FF2B5EF4-FFF2-40B4-BE49-F238E27FC236}">
                <a16:creationId xmlns:a16="http://schemas.microsoft.com/office/drawing/2014/main" id="{104F3195-E37D-451A-8196-87B2ABC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05400"/>
            <a:ext cx="1447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先取冷水</a:t>
            </a:r>
          </a:p>
        </p:txBody>
      </p:sp>
      <p:sp>
        <p:nvSpPr>
          <p:cNvPr id="24" name="text-48">
            <a:extLst xmlns:a="http://schemas.openxmlformats.org/drawingml/2006/main">
              <a:ext uri="{FF2B5EF4-FFF2-40B4-BE49-F238E27FC236}">
                <a16:creationId xmlns:a16="http://schemas.microsoft.com/office/drawing/2014/main" id="{FF7D141D-EBCB-4E62-AD04-2DCD8F28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054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冲入咖啡粉</a:t>
            </a:r>
          </a:p>
        </p:txBody>
      </p:sp>
      <p:sp>
        <p:nvSpPr>
          <p:cNvPr id="25" name="text-49">
            <a:extLst xmlns:a="http://schemas.openxmlformats.org/drawingml/2006/main">
              <a:ext uri="{FF2B5EF4-FFF2-40B4-BE49-F238E27FC236}">
                <a16:creationId xmlns:a16="http://schemas.microsoft.com/office/drawing/2014/main" id="{80A90D3F-9608-449D-BA93-232FCDC3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1054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冷藏 12 小时 = 冷萃</a:t>
            </a:r>
          </a:p>
        </p:txBody>
      </p:sp>
      <p:sp>
        <p:nvSpPr>
          <p:cNvPr id="26" name="text-50">
            <a:extLst xmlns:a="http://schemas.openxmlformats.org/drawingml/2006/main">
              <a:ext uri="{FF2B5EF4-FFF2-40B4-BE49-F238E27FC236}">
                <a16:creationId xmlns:a16="http://schemas.microsoft.com/office/drawing/2014/main" id="{23CC1ADE-1FD3-4315-B6F9-AB0B9FDD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715000"/>
            <a:ext cx="449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同一个「冲粉」动作，之前不同，之后就完全不同</a:t>
            </a:r>
          </a:p>
        </p:txBody>
      </p:sp>
    </p:spTree>
    <p:extLst>
      <p:ext uri="{BB962C8B-B14F-4D97-AF65-F5344CB8AC3E}">
        <p14:creationId xmlns:p14="http://schemas.microsoft.com/office/powerpoint/2010/main" val="20343137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51">
            <a:extLst xmlns:a="http://schemas.openxmlformats.org/drawingml/2006/main">
              <a:ext uri="{FF2B5EF4-FFF2-40B4-BE49-F238E27FC236}">
                <a16:creationId xmlns:a16="http://schemas.microsoft.com/office/drawing/2014/main" id="{AB55F25B-3C59-4CA7-8A2B-73AE8569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52">
            <a:extLst xmlns:a="http://schemas.openxmlformats.org/drawingml/2006/main">
              <a:ext uri="{FF2B5EF4-FFF2-40B4-BE49-F238E27FC236}">
                <a16:creationId xmlns:a16="http://schemas.microsoft.com/office/drawing/2014/main" id="{DD14D333-0FA0-4636-BD42-159F78097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A83082C6-030C-416C-AC4D-74D0074C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D772C2D4-215E-4072-B78E-699C800E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85B7C-D69B-4D4B-B279-4F96E916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8419D2-0DEA-40AA-907C-73C911F6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791D3-39F2-4153-9C0A-88031169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393C2-C0CD-4F39-BD45-8EF44B5E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4AB74-C073-403F-9A8A-E45F717D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3FE339-C5CF-4C4D-B3F5-5A196A24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5F165-8DF2-4599-8137-B4EE942B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55">
            <a:extLst xmlns:a="http://schemas.openxmlformats.org/drawingml/2006/main">
              <a:ext uri="{FF2B5EF4-FFF2-40B4-BE49-F238E27FC236}">
                <a16:creationId xmlns:a16="http://schemas.microsoft.com/office/drawing/2014/main" id="{4E502755-F0D2-4011-BDA0-418EEF7D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56">
            <a:extLst xmlns:a="http://schemas.openxmlformats.org/drawingml/2006/main">
              <a:ext uri="{FF2B5EF4-FFF2-40B4-BE49-F238E27FC236}">
                <a16:creationId xmlns:a16="http://schemas.microsoft.com/office/drawing/2014/main" id="{38997B1B-647A-4E2B-A2EC-FDEC441A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7">
            <a:extLst xmlns:a="http://schemas.openxmlformats.org/drawingml/2006/main">
              <a:ext uri="{FF2B5EF4-FFF2-40B4-BE49-F238E27FC236}">
                <a16:creationId xmlns:a16="http://schemas.microsoft.com/office/drawing/2014/main" id="{41EEF143-2DD3-4E1D-A60D-48B71854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2759A-F079-499E-8000-E6784E0B6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8">
            <a:extLst xmlns:a="http://schemas.openxmlformats.org/drawingml/2006/main">
              <a:ext uri="{FF2B5EF4-FFF2-40B4-BE49-F238E27FC236}">
                <a16:creationId xmlns:a16="http://schemas.microsoft.com/office/drawing/2014/main" id="{C0A6A321-CD4B-4F2F-84A2-26A93B6B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9">
            <a:extLst xmlns:a="http://schemas.openxmlformats.org/drawingml/2006/main">
              <a:ext uri="{FF2B5EF4-FFF2-40B4-BE49-F238E27FC236}">
                <a16:creationId xmlns:a16="http://schemas.microsoft.com/office/drawing/2014/main" id="{63F1D62C-100C-4568-80E1-8325C83E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60">
            <a:extLst xmlns:a="http://schemas.openxmlformats.org/drawingml/2006/main">
              <a:ext uri="{FF2B5EF4-FFF2-40B4-BE49-F238E27FC236}">
                <a16:creationId xmlns:a16="http://schemas.microsoft.com/office/drawing/2014/main" id="{3708D2C0-CE89-4BAA-A8D1-533918F5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61">
            <a:extLst xmlns:a="http://schemas.openxmlformats.org/drawingml/2006/main">
              <a:ext uri="{FF2B5EF4-FFF2-40B4-BE49-F238E27FC236}">
                <a16:creationId xmlns:a16="http://schemas.microsoft.com/office/drawing/2014/main" id="{163B6535-1784-4519-85E3-ACE1B479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62">
            <a:extLst xmlns:a="http://schemas.openxmlformats.org/drawingml/2006/main">
              <a:ext uri="{FF2B5EF4-FFF2-40B4-BE49-F238E27FC236}">
                <a16:creationId xmlns:a16="http://schemas.microsoft.com/office/drawing/2014/main" id="{3221C1A3-1FA9-4977-A7B1-1D630267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10966646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63">
            <a:extLst xmlns:a="http://schemas.openxmlformats.org/drawingml/2006/main">
              <a:ext uri="{FF2B5EF4-FFF2-40B4-BE49-F238E27FC236}">
                <a16:creationId xmlns:a16="http://schemas.microsoft.com/office/drawing/2014/main" id="{02473069-7115-41D4-9DA4-B5B68422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64">
            <a:extLst xmlns:a="http://schemas.openxmlformats.org/drawingml/2006/main">
              <a:ext uri="{FF2B5EF4-FFF2-40B4-BE49-F238E27FC236}">
                <a16:creationId xmlns:a16="http://schemas.microsoft.com/office/drawing/2014/main" id="{7036FE4B-E235-4683-9A0D-E9FB3497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咖啡：磨豆、称粉、拿杯子的先后都不影响结果 —— 这些历史可以合并；只有决定热泡还是冷萃的那一步必须单独记 —— 这些不能合并</a:t>
            </a:r>
          </a:p>
        </p:txBody>
      </p:sp>
      <p:sp>
        <p:nvSpPr>
          <p:cNvPr id="3" name="text-65">
            <a:extLst xmlns:a="http://schemas.openxmlformats.org/drawingml/2006/main">
              <a:ext uri="{FF2B5EF4-FFF2-40B4-BE49-F238E27FC236}">
                <a16:creationId xmlns:a16="http://schemas.microsoft.com/office/drawing/2014/main" id="{D26FEC2D-37ED-4F5A-936E-8E8966CE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66">
            <a:extLst xmlns:a="http://schemas.openxmlformats.org/drawingml/2006/main">
              <a:ext uri="{FF2B5EF4-FFF2-40B4-BE49-F238E27FC236}">
                <a16:creationId xmlns:a16="http://schemas.microsoft.com/office/drawing/2014/main" id="{AE0CEE05-7A11-439A-9D76-66BE7E2B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94C26AEA-2960-4A3D-95D9-23153022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0F64799F-B670-490E-8D06-3177C8F3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C4746-21E1-4292-B5A2-EF03E58F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39267-88C0-4BDE-8AF1-7DF2F49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78AF0-EB80-458E-A9C4-2F6BF2D4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BB8F6-A3B6-4176-AE12-EC0AE054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5A2EB-411B-4789-8E7A-3927768F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02BC75-A42B-424F-8855-D899AA6A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B0AF9-4637-4D06-975A-CCFB36D2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52ECF0-2CB6-42C1-9D0B-1E208D08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FD70A-6F97-4A0C-B1CD-EE7C0589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F2F39-9F00-4AD3-A959-B2D049C0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569435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9">
            <a:extLst xmlns:a="http://schemas.openxmlformats.org/drawingml/2006/main">
              <a:ext uri="{FF2B5EF4-FFF2-40B4-BE49-F238E27FC236}">
                <a16:creationId xmlns:a16="http://schemas.microsoft.com/office/drawing/2014/main" id="{7195072E-1D79-452A-9C68-003C0C07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53809248-E265-4C8D-842B-EC44CCD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2903154D-1E32-41DB-A9D9-AC962D05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d4ee202a2541ee"/>
          </a:graphicData>
        </a:graphic>
      </p:graphicFrame>
      <p:sp>
        <p:nvSpPr>
          <p:cNvPr id="5" name="text-72">
            <a:extLst xmlns:a="http://schemas.openxmlformats.org/drawingml/2006/main">
              <a:ext uri="{FF2B5EF4-FFF2-40B4-BE49-F238E27FC236}">
                <a16:creationId xmlns:a16="http://schemas.microsoft.com/office/drawing/2014/main" id="{589515D7-09FB-45E4-9EBB-184CAB3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C4EDA653-59BC-4BB1-8C84-17B5EDD6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48A2B731-8893-4D76-B3F8-2C87DE79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508BA202-7018-4F5A-81B6-491A70E0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8772800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76">
            <a:extLst xmlns:a="http://schemas.openxmlformats.org/drawingml/2006/main">
              <a:ext uri="{FF2B5EF4-FFF2-40B4-BE49-F238E27FC236}">
                <a16:creationId xmlns:a16="http://schemas.microsoft.com/office/drawing/2014/main" id="{CCE06224-7BC2-437C-8CBB-AF158D2A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7">
            <a:extLst xmlns:a="http://schemas.openxmlformats.org/drawingml/2006/main">
              <a:ext uri="{FF2B5EF4-FFF2-40B4-BE49-F238E27FC236}">
                <a16:creationId xmlns:a16="http://schemas.microsoft.com/office/drawing/2014/main" id="{967B7C31-D976-4981-B336-60E539FD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咖啡：两条历史现在都「刚冲完粉」，但一条 3 分钟后要过滤、一条要冷藏 12 小时 —— 现在合并，就是把冷萃的步骤用到热泡上</a:t>
            </a:r>
          </a:p>
        </p:txBody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18CC23B9-BD9A-49CF-AA2A-936613C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9">
            <a:extLst xmlns:a="http://schemas.openxmlformats.org/drawingml/2006/main">
              <a:ext uri="{FF2B5EF4-FFF2-40B4-BE49-F238E27FC236}">
                <a16:creationId xmlns:a16="http://schemas.microsoft.com/office/drawing/2014/main" id="{2B78ED9C-EF11-4A8F-AECF-0607B14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B8E2FF6D-ED64-48A6-B7C0-1658304C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16DCD-91CB-40E2-9FC2-5B9EB560D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727FF1-DBA5-4E83-B350-644CEC06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0CF34-B7C4-40CB-BB83-952CE585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81">
            <a:extLst xmlns:a="http://schemas.openxmlformats.org/drawingml/2006/main">
              <a:ext uri="{FF2B5EF4-FFF2-40B4-BE49-F238E27FC236}">
                <a16:creationId xmlns:a16="http://schemas.microsoft.com/office/drawing/2014/main" id="{BA48D7AA-DD42-4784-84C5-B55D2585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过滤？</a:t>
            </a:r>
          </a:p>
        </p:txBody>
      </p:sp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37A81500-EEBE-486E-B732-AD00315B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冷藏？</a:t>
            </a:r>
          </a:p>
        </p:txBody>
      </p:sp>
      <p:sp>
        <p:nvSpPr>
          <p:cNvPr id="13" name="text-83">
            <a:extLst xmlns:a="http://schemas.openxmlformats.org/drawingml/2006/main">
              <a:ext uri="{FF2B5EF4-FFF2-40B4-BE49-F238E27FC236}">
                <a16:creationId xmlns:a16="http://schemas.microsoft.com/office/drawing/2014/main" id="{964499B1-69CA-46F9-8BA9-196D7CB5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CFBA74-644A-49EF-BCE1-A97547853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4066F-C710-45F2-A363-7939E1F3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475DA-A9A0-43CF-A3F6-94B774F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882FD-6EBB-46B3-B600-F56349C0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DD513-FDCD-45CB-8F28-9B87BDFD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9C96C-CBBD-4280-A5DD-7FF4D6A9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84">
            <a:extLst xmlns:a="http://schemas.openxmlformats.org/drawingml/2006/main">
              <a:ext uri="{FF2B5EF4-FFF2-40B4-BE49-F238E27FC236}">
                <a16:creationId xmlns:a16="http://schemas.microsoft.com/office/drawing/2014/main" id="{2501FCCC-C709-4816-B674-9CA35550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17720883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85">
            <a:extLst xmlns:a="http://schemas.openxmlformats.org/drawingml/2006/main">
              <a:ext uri="{FF2B5EF4-FFF2-40B4-BE49-F238E27FC236}">
                <a16:creationId xmlns:a16="http://schemas.microsoft.com/office/drawing/2014/main" id="{9A9A5C76-4114-4B14-920C-D479129D2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86">
            <a:extLst xmlns:a="http://schemas.openxmlformats.org/drawingml/2006/main">
              <a:ext uri="{FF2B5EF4-FFF2-40B4-BE49-F238E27FC236}">
                <a16:creationId xmlns:a16="http://schemas.microsoft.com/office/drawing/2014/main" id="{5CEBE34A-3643-4EB0-85B2-88599331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查询节省 16.9% &lt; 20%；错误裁决 47 次；错误归属 140 次；把 53 次求解超时全判给 Occam，节省上界 23.6% 仍不达标</a:t>
            </a:r>
          </a:p>
        </p:txBody>
      </p:sp>
      <p:sp>
        <p:nvSpPr>
          <p:cNvPr id="3" name="text-87">
            <a:extLst xmlns:a="http://schemas.openxmlformats.org/drawingml/2006/main">
              <a:ext uri="{FF2B5EF4-FFF2-40B4-BE49-F238E27FC236}">
                <a16:creationId xmlns:a16="http://schemas.microsoft.com/office/drawing/2014/main" id="{C4E91BB2-400E-461E-ABEE-11FFBBF8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8">
            <a:extLst xmlns:a="http://schemas.openxmlformats.org/drawingml/2006/main">
              <a:ext uri="{FF2B5EF4-FFF2-40B4-BE49-F238E27FC236}">
                <a16:creationId xmlns:a16="http://schemas.microsoft.com/office/drawing/2014/main" id="{2DC360E5-045B-4C90-9404-53D3D583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BBFA6920-CEB0-41A9-B74C-2174C1795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6B47A427-032B-4F51-BB4F-79BCC8C8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842c64651d4ae6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8f31a01fad4d16"/>
          </a:graphicData>
        </a:graphic>
      </p:graphicFrame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49d4b1cfc84745"/>
          </a:graphicData>
        </a:graphic>
      </p:graphicFrame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9EF50BB1-62A5-4999-A24F-9D090697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1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预注册判据 3 / 3 不达标 —— 这条线因此关闭</a:t>
            </a:r>
          </a:p>
        </p:txBody>
      </p:sp>
    </p:spTree>
    <p:extLst>
      <p:ext uri="{BB962C8B-B14F-4D97-AF65-F5344CB8AC3E}">
        <p14:creationId xmlns:p14="http://schemas.microsoft.com/office/powerpoint/2010/main" val="8880529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92">
            <a:extLst xmlns:a="http://schemas.openxmlformats.org/drawingml/2006/main">
              <a:ext uri="{FF2B5EF4-FFF2-40B4-BE49-F238E27FC236}">
                <a16:creationId xmlns:a16="http://schemas.microsoft.com/office/drawing/2014/main" id="{5E72806B-F05A-40A0-B798-8802075A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93">
            <a:extLst xmlns:a="http://schemas.openxmlformats.org/drawingml/2006/main">
              <a:ext uri="{FF2B5EF4-FFF2-40B4-BE49-F238E27FC236}">
                <a16:creationId xmlns:a16="http://schemas.microsoft.com/office/drawing/2014/main" id="{656A9594-12DF-48EE-9CDA-C2CB884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94">
            <a:extLst xmlns:a="http://schemas.openxmlformats.org/drawingml/2006/main">
              <a:ext uri="{FF2B5EF4-FFF2-40B4-BE49-F238E27FC236}">
                <a16:creationId xmlns:a16="http://schemas.microsoft.com/office/drawing/2014/main" id="{FC90C3AE-11BC-4CB3-8BBB-70E314C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e4b0f2b7d8454c"/>
          </a:graphicData>
        </a:graphic>
      </p:graphicFrame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ECFBDA23-7069-47FB-A281-90F110FA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96">
            <a:extLst xmlns:a="http://schemas.openxmlformats.org/drawingml/2006/main">
              <a:ext uri="{FF2B5EF4-FFF2-40B4-BE49-F238E27FC236}">
                <a16:creationId xmlns:a16="http://schemas.microsoft.com/office/drawing/2014/main" id="{54920A87-7A8F-4122-B3F6-AEF0C808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97">
            <a:extLst xmlns:a="http://schemas.openxmlformats.org/drawingml/2006/main">
              <a:ext uri="{FF2B5EF4-FFF2-40B4-BE49-F238E27FC236}">
                <a16:creationId xmlns:a16="http://schemas.microsoft.com/office/drawing/2014/main" id="{C8838035-0185-42F2-8B30-A19EF0E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8">
            <a:extLst xmlns:a="http://schemas.openxmlformats.org/drawingml/2006/main">
              <a:ext uri="{FF2B5EF4-FFF2-40B4-BE49-F238E27FC236}">
                <a16:creationId xmlns:a16="http://schemas.microsoft.com/office/drawing/2014/main" id="{9B2F1706-9576-4B00-9E6D-E84B2DD8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243611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9">
            <a:extLst xmlns:a="http://schemas.openxmlformats.org/drawingml/2006/main">
              <a:ext uri="{FF2B5EF4-FFF2-40B4-BE49-F238E27FC236}">
                <a16:creationId xmlns:a16="http://schemas.microsoft.com/office/drawing/2014/main" id="{D649557D-9334-4345-B2BE-8977427F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9181C742-DE9B-4760-8D76-B6BA430B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C8182DF4-FAE9-436E-9208-F7C151F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4438941F-7542-49AB-8E5D-7EA86C4E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353B5801-03C8-4750-9BCD-A41B1C6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3F07A6-277A-4FC7-B2A3-DDC8A96C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F53731-FF23-44E9-9616-71C637A8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1DF64D-532C-4562-9E58-B5F11C5F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8A6E8-7ABA-4545-9418-C68AFAD2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6B4B84-8217-4F73-B507-8E8F45977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104">
            <a:extLst xmlns:a="http://schemas.openxmlformats.org/drawingml/2006/main">
              <a:ext uri="{FF2B5EF4-FFF2-40B4-BE49-F238E27FC236}">
                <a16:creationId xmlns:a16="http://schemas.microsoft.com/office/drawing/2014/main" id="{0608E6AA-3B67-4D66-89D1-6AAE07F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105">
            <a:extLst xmlns:a="http://schemas.openxmlformats.org/drawingml/2006/main">
              <a:ext uri="{FF2B5EF4-FFF2-40B4-BE49-F238E27FC236}">
                <a16:creationId xmlns:a16="http://schemas.microsoft.com/office/drawing/2014/main" id="{9366D0B5-17E7-43F6-B875-0A0BE87BB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2d77abaa2c84ee8"/>
          </a:graphicData>
        </a:graphic>
      </p:graphicFrame>
      <p:sp>
        <p:nvSpPr>
          <p:cNvPr id="18" name="text-106">
            <a:extLst xmlns:a="http://schemas.openxmlformats.org/drawingml/2006/main">
              <a:ext uri="{FF2B5EF4-FFF2-40B4-BE49-F238E27FC236}">
                <a16:creationId xmlns:a16="http://schemas.microsoft.com/office/drawing/2014/main" id="{65D443A0-7D59-4202-885B-23EDF068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0602645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415BA726-9B30-491A-AA88-5066561F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8">
            <a:extLst xmlns:a="http://schemas.openxmlformats.org/drawingml/2006/main">
              <a:ext uri="{FF2B5EF4-FFF2-40B4-BE49-F238E27FC236}">
                <a16:creationId xmlns:a16="http://schemas.microsoft.com/office/drawing/2014/main" id="{3965C832-E71A-4A86-B683-C8D9B4CB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C4631CE5-221F-41FB-B0B3-24706A24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E1B1E304-41F2-46D0-BDDD-84F97BCA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11">
            <a:extLst xmlns:a="http://schemas.openxmlformats.org/drawingml/2006/main">
              <a:ext uri="{FF2B5EF4-FFF2-40B4-BE49-F238E27FC236}">
                <a16:creationId xmlns:a16="http://schemas.microsoft.com/office/drawing/2014/main" id="{ADFDEFF4-A6C6-4A67-AA4F-FAEFC5E2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12">
            <a:extLst xmlns:a="http://schemas.openxmlformats.org/drawingml/2006/main">
              <a:ext uri="{FF2B5EF4-FFF2-40B4-BE49-F238E27FC236}">
                <a16:creationId xmlns:a16="http://schemas.microsoft.com/office/drawing/2014/main" id="{28403AC8-5206-4632-802C-E3600683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13">
            <a:extLst xmlns:a="http://schemas.openxmlformats.org/drawingml/2006/main">
              <a:ext uri="{FF2B5EF4-FFF2-40B4-BE49-F238E27FC236}">
                <a16:creationId xmlns:a16="http://schemas.microsoft.com/office/drawing/2014/main" id="{D554A5FC-AB6C-4B35-8AC4-C6807C12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AE061-D36F-41D3-92F5-5D9EF987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14">
            <a:extLst xmlns:a="http://schemas.openxmlformats.org/drawingml/2006/main">
              <a:ext uri="{FF2B5EF4-FFF2-40B4-BE49-F238E27FC236}">
                <a16:creationId xmlns:a16="http://schemas.microsoft.com/office/drawing/2014/main" id="{67D1356B-580E-4D5E-A1D0-9D169C45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15">
            <a:extLst xmlns:a="http://schemas.openxmlformats.org/drawingml/2006/main">
              <a:ext uri="{FF2B5EF4-FFF2-40B4-BE49-F238E27FC236}">
                <a16:creationId xmlns:a16="http://schemas.microsoft.com/office/drawing/2014/main" id="{492838E3-8A1D-44E9-9887-C10EA3D3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16">
            <a:extLst xmlns:a="http://schemas.openxmlformats.org/drawingml/2006/main">
              <a:ext uri="{FF2B5EF4-FFF2-40B4-BE49-F238E27FC236}">
                <a16:creationId xmlns:a16="http://schemas.microsoft.com/office/drawing/2014/main" id="{8389B068-9C18-48AB-92B7-38F22C10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ABB624-997C-4D36-B7EB-5A76BF37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17">
            <a:extLst xmlns:a="http://schemas.openxmlformats.org/drawingml/2006/main">
              <a:ext uri="{FF2B5EF4-FFF2-40B4-BE49-F238E27FC236}">
                <a16:creationId xmlns:a16="http://schemas.microsoft.com/office/drawing/2014/main" id="{F12BE554-A33B-4870-A2E5-3E9A709C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8">
            <a:extLst xmlns:a="http://schemas.openxmlformats.org/drawingml/2006/main">
              <a:ext uri="{FF2B5EF4-FFF2-40B4-BE49-F238E27FC236}">
                <a16:creationId xmlns:a16="http://schemas.microsoft.com/office/drawing/2014/main" id="{6CFEAAB3-A01B-441F-993B-1D55B1A7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9">
            <a:extLst xmlns:a="http://schemas.openxmlformats.org/drawingml/2006/main">
              <a:ext uri="{FF2B5EF4-FFF2-40B4-BE49-F238E27FC236}">
                <a16:creationId xmlns:a16="http://schemas.microsoft.com/office/drawing/2014/main" id="{BE1F61CE-CC2B-488A-8681-4E5BC825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20D894-E48A-4162-AB26-2FE1EC1B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20">
            <a:extLst xmlns:a="http://schemas.openxmlformats.org/drawingml/2006/main">
              <a:ext uri="{FF2B5EF4-FFF2-40B4-BE49-F238E27FC236}">
                <a16:creationId xmlns:a16="http://schemas.microsoft.com/office/drawing/2014/main" id="{8EC117A7-068B-4006-A768-F16DA735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21">
            <a:extLst xmlns:a="http://schemas.openxmlformats.org/drawingml/2006/main">
              <a:ext uri="{FF2B5EF4-FFF2-40B4-BE49-F238E27FC236}">
                <a16:creationId xmlns:a16="http://schemas.microsoft.com/office/drawing/2014/main" id="{B99CE1F5-F8D0-4CB5-8955-4B0EBFAB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22">
            <a:extLst xmlns:a="http://schemas.openxmlformats.org/drawingml/2006/main">
              <a:ext uri="{FF2B5EF4-FFF2-40B4-BE49-F238E27FC236}">
                <a16:creationId xmlns:a16="http://schemas.microsoft.com/office/drawing/2014/main" id="{37E1A624-EE12-41D7-AB31-C8ABE08C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94C84-DEB7-4C53-B9C6-6EAE7168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23">
            <a:extLst xmlns:a="http://schemas.openxmlformats.org/drawingml/2006/main">
              <a:ext uri="{FF2B5EF4-FFF2-40B4-BE49-F238E27FC236}">
                <a16:creationId xmlns:a16="http://schemas.microsoft.com/office/drawing/2014/main" id="{4656E9C4-0A19-483D-B7F2-0AB7CFD2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24">
            <a:extLst xmlns:a="http://schemas.openxmlformats.org/drawingml/2006/main">
              <a:ext uri="{FF2B5EF4-FFF2-40B4-BE49-F238E27FC236}">
                <a16:creationId xmlns:a16="http://schemas.microsoft.com/office/drawing/2014/main" id="{7DF545AC-ABE0-4200-B4B9-8560D846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25">
            <a:extLst xmlns:a="http://schemas.openxmlformats.org/drawingml/2006/main">
              <a:ext uri="{FF2B5EF4-FFF2-40B4-BE49-F238E27FC236}">
                <a16:creationId xmlns:a16="http://schemas.microsoft.com/office/drawing/2014/main" id="{B5BC56E5-68C6-4FA4-B43D-650698A2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26">
            <a:extLst xmlns:a="http://schemas.openxmlformats.org/drawingml/2006/main">
              <a:ext uri="{FF2B5EF4-FFF2-40B4-BE49-F238E27FC236}">
                <a16:creationId xmlns:a16="http://schemas.microsoft.com/office/drawing/2014/main" id="{48D8CB7B-4D27-43FA-AB0E-CF3C9D04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d6dd8fde654ddd"/>
          </a:graphicData>
        </a:graphic>
      </p:graphicFrame>
      <p:sp>
        <p:nvSpPr>
          <p:cNvPr id="26" name="text-127">
            <a:extLst xmlns:a="http://schemas.openxmlformats.org/drawingml/2006/main">
              <a:ext uri="{FF2B5EF4-FFF2-40B4-BE49-F238E27FC236}">
                <a16:creationId xmlns:a16="http://schemas.microsoft.com/office/drawing/2014/main" id="{88E1C76F-A5A0-42E7-BE07-56C6A825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  <p:sp>
        <p:nvSpPr>
          <p:cNvPr id="27" name="text-128">
            <a:extLst xmlns:a="http://schemas.openxmlformats.org/drawingml/2006/main">
              <a:ext uri="{FF2B5EF4-FFF2-40B4-BE49-F238E27FC236}">
                <a16:creationId xmlns:a16="http://schemas.microsoft.com/office/drawing/2014/main" id="{2F161CE6-4216-49E2-9E21-4EEC7A2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删失：Y00 有 30/720、Y01 有 10/720 次从未达标，中位数按达标者计</a:t>
            </a:r>
          </a:p>
        </p:txBody>
      </p:sp>
    </p:spTree>
    <p:extLst>
      <p:ext uri="{BB962C8B-B14F-4D97-AF65-F5344CB8AC3E}">
        <p14:creationId xmlns:p14="http://schemas.microsoft.com/office/powerpoint/2010/main" val="3847715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9">
            <a:extLst xmlns:a="http://schemas.openxmlformats.org/drawingml/2006/main">
              <a:ext uri="{FF2B5EF4-FFF2-40B4-BE49-F238E27FC236}">
                <a16:creationId xmlns:a16="http://schemas.microsoft.com/office/drawing/2014/main" id="{CC286326-FFEA-4358-86BB-D7153A2D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30">
            <a:extLst xmlns:a="http://schemas.openxmlformats.org/drawingml/2006/main">
              <a:ext uri="{FF2B5EF4-FFF2-40B4-BE49-F238E27FC236}">
                <a16:creationId xmlns:a16="http://schemas.microsoft.com/office/drawing/2014/main" id="{5891B7AD-DDC7-4D38-BB85-9ED7A617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31">
            <a:extLst xmlns:a="http://schemas.openxmlformats.org/drawingml/2006/main">
              <a:ext uri="{FF2B5EF4-FFF2-40B4-BE49-F238E27FC236}">
                <a16:creationId xmlns:a16="http://schemas.microsoft.com/office/drawing/2014/main" id="{02AABE44-8CB0-4290-A45D-C23BAA75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4edf8d5a5634f4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8EDFD1-8A82-4B19-8BCC-46EE65D8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08E5250E-95BD-4D40-B25B-C9C98DE7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33">
            <a:extLst xmlns:a="http://schemas.openxmlformats.org/drawingml/2006/main">
              <a:ext uri="{FF2B5EF4-FFF2-40B4-BE49-F238E27FC236}">
                <a16:creationId xmlns:a16="http://schemas.microsoft.com/office/drawing/2014/main" id="{5FD2488D-5BCF-4099-9934-6DE30353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不可逆性放大的是复用，不是路由（无危险格时两臂同为 100%）</a:t>
            </a:r>
          </a:p>
        </p:txBody>
      </p:sp>
    </p:spTree>
    <p:extLst>
      <p:ext uri="{BB962C8B-B14F-4D97-AF65-F5344CB8AC3E}">
        <p14:creationId xmlns:p14="http://schemas.microsoft.com/office/powerpoint/2010/main" val="8197304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34">
            <a:extLst xmlns:a="http://schemas.openxmlformats.org/drawingml/2006/main">
              <a:ext uri="{FF2B5EF4-FFF2-40B4-BE49-F238E27FC236}">
                <a16:creationId xmlns:a16="http://schemas.microsoft.com/office/drawing/2014/main" id="{2A0068C6-448B-42D0-BD33-7C4570D3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35">
            <a:extLst xmlns:a="http://schemas.openxmlformats.org/drawingml/2006/main">
              <a:ext uri="{FF2B5EF4-FFF2-40B4-BE49-F238E27FC236}">
                <a16:creationId xmlns:a16="http://schemas.microsoft.com/office/drawing/2014/main" id="{25DA979A-EDBD-4158-95F6-CB4AA5D4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36">
            <a:extLst xmlns:a="http://schemas.openxmlformats.org/drawingml/2006/main">
              <a:ext uri="{FF2B5EF4-FFF2-40B4-BE49-F238E27FC236}">
                <a16:creationId xmlns:a16="http://schemas.microsoft.com/office/drawing/2014/main" id="{2B9F8C16-8473-441B-BDAD-346E4873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37">
            <a:extLst xmlns:a="http://schemas.openxmlformats.org/drawingml/2006/main">
              <a:ext uri="{FF2B5EF4-FFF2-40B4-BE49-F238E27FC236}">
                <a16:creationId xmlns:a16="http://schemas.microsoft.com/office/drawing/2014/main" id="{B4761B7F-D6F5-4A10-BBF8-590FFCC0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38">
            <a:extLst xmlns:a="http://schemas.openxmlformats.org/drawingml/2006/main">
              <a:ext uri="{FF2B5EF4-FFF2-40B4-BE49-F238E27FC236}">
                <a16:creationId xmlns:a16="http://schemas.microsoft.com/office/drawing/2014/main" id="{9A5C5148-C151-4C4B-AD14-9B95F61F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9">
            <a:extLst xmlns:a="http://schemas.openxmlformats.org/drawingml/2006/main">
              <a:ext uri="{FF2B5EF4-FFF2-40B4-BE49-F238E27FC236}">
                <a16:creationId xmlns:a16="http://schemas.microsoft.com/office/drawing/2014/main" id="{6E58B031-23A0-4AD4-93C5-CC975531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40">
            <a:extLst xmlns:a="http://schemas.openxmlformats.org/drawingml/2006/main">
              <a:ext uri="{FF2B5EF4-FFF2-40B4-BE49-F238E27FC236}">
                <a16:creationId xmlns:a16="http://schemas.microsoft.com/office/drawing/2014/main" id="{3FA58078-115C-4B5E-8E9A-3ED5ED74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DA649-1FD4-490D-A09E-69F49AA5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9E01C-1189-4B08-BBA6-B715EE0A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8ECEE6-87B9-47E5-9D0A-823D4DC5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9D99-65E0-4410-9598-DE2A55D4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41">
            <a:extLst xmlns:a="http://schemas.openxmlformats.org/drawingml/2006/main">
              <a:ext uri="{FF2B5EF4-FFF2-40B4-BE49-F238E27FC236}">
                <a16:creationId xmlns:a16="http://schemas.microsoft.com/office/drawing/2014/main" id="{595BCEBA-29B2-43B3-B629-024E2957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42">
            <a:extLst xmlns:a="http://schemas.openxmlformats.org/drawingml/2006/main">
              <a:ext uri="{FF2B5EF4-FFF2-40B4-BE49-F238E27FC236}">
                <a16:creationId xmlns:a16="http://schemas.microsoft.com/office/drawing/2014/main" id="{8B9941C5-D3B2-4101-9E7C-CB9FC012C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43">
            <a:extLst xmlns:a="http://schemas.openxmlformats.org/drawingml/2006/main">
              <a:ext uri="{FF2B5EF4-FFF2-40B4-BE49-F238E27FC236}">
                <a16:creationId xmlns:a16="http://schemas.microsoft.com/office/drawing/2014/main" id="{B0474A4D-8AD1-4773-80E0-DCF97926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FDA20C-6E50-40C7-B25F-B254E53B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9785FF-740D-4654-983F-5325112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4681EF-7A1A-4B00-881E-F523A16E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94D5A0-5957-46F2-B6A1-1800999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44">
            <a:extLst xmlns:a="http://schemas.openxmlformats.org/drawingml/2006/main">
              <a:ext uri="{FF2B5EF4-FFF2-40B4-BE49-F238E27FC236}">
                <a16:creationId xmlns:a16="http://schemas.microsoft.com/office/drawing/2014/main" id="{324D8143-C90C-4972-890B-7603005B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45">
            <a:extLst xmlns:a="http://schemas.openxmlformats.org/drawingml/2006/main">
              <a:ext uri="{FF2B5EF4-FFF2-40B4-BE49-F238E27FC236}">
                <a16:creationId xmlns:a16="http://schemas.microsoft.com/office/drawing/2014/main" id="{D969F04A-723C-4350-BFE6-4BF2DE9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46">
            <a:extLst xmlns:a="http://schemas.openxmlformats.org/drawingml/2006/main">
              <a:ext uri="{FF2B5EF4-FFF2-40B4-BE49-F238E27FC236}">
                <a16:creationId xmlns:a16="http://schemas.microsoft.com/office/drawing/2014/main" id="{0C02FE1D-03AE-4353-85C2-9034FCF8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EABC69-DC4E-498B-8CD0-B5052D4B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5F949-20EB-47B3-8FD7-3928AE94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5123F4-7BA2-47BB-BC30-872CC46F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721049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2026-09-16T04:45:48.2970000Z</dcterms:created>
  <dcterms:modified xsi:type="dcterms:W3CDTF">2026-09-16T04:45:48.2970000Z</dcterms:modified>
</coreProperties>
</file>