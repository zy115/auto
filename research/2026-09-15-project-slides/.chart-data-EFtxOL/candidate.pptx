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3.xml" ContentType="application/vnd.openxmlformats-officedocument.drawingml.chart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62e90da3674105" /><Relationship Type="http://schemas.openxmlformats.org/officeDocument/2006/relationships/extended-properties" Target="/docProps/app.xml" Id="R93536dc2ab594d20" /><Relationship Type="http://schemas.openxmlformats.org/officeDocument/2006/relationships/officeDocument" Target="/ppt/presentation.xml" Id="R233f597e96e6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19cf709ee04199"/>
  </p:sldMasterIdLst>
  <p:notesMasterIdLst>
    <p:notesMasterId xmlns:r="http://schemas.openxmlformats.org/officeDocument/2006/relationships" r:id="R4b8c0a93f2974c1c"/>
  </p:notesMasterIdLst>
  <p:sldIdLst>
    <p:sldId xmlns:r="http://schemas.openxmlformats.org/officeDocument/2006/relationships" id="256" r:id="R074bbd2adffe4934"/>
    <p:sldId xmlns:r="http://schemas.openxmlformats.org/officeDocument/2006/relationships" id="257" r:id="R05c17d43ccbd442e"/>
    <p:sldId xmlns:r="http://schemas.openxmlformats.org/officeDocument/2006/relationships" id="258" r:id="Rd31c0b5d5982412b"/>
    <p:sldId xmlns:r="http://schemas.openxmlformats.org/officeDocument/2006/relationships" id="259" r:id="Rd3d4b5b52f0f44f1"/>
    <p:sldId xmlns:r="http://schemas.openxmlformats.org/officeDocument/2006/relationships" id="260" r:id="R294a0242ccc640e5"/>
    <p:sldId xmlns:r="http://schemas.openxmlformats.org/officeDocument/2006/relationships" id="261" r:id="R8185d123aeec4cf4"/>
    <p:sldId xmlns:r="http://schemas.openxmlformats.org/officeDocument/2006/relationships" id="262" r:id="R05743da9671d44c4"/>
    <p:sldId xmlns:r="http://schemas.openxmlformats.org/officeDocument/2006/relationships" id="263" r:id="R318cd5013319499d"/>
    <p:sldId xmlns:r="http://schemas.openxmlformats.org/officeDocument/2006/relationships" id="264" r:id="Rf4c283bfba7446da"/>
    <p:sldId xmlns:r="http://schemas.openxmlformats.org/officeDocument/2006/relationships" id="265" r:id="R3a219df6d00f4e76"/>
    <p:sldId xmlns:r="http://schemas.openxmlformats.org/officeDocument/2006/relationships" id="266" r:id="Rb3bd66db567e4a74"/>
    <p:sldId xmlns:r="http://schemas.openxmlformats.org/officeDocument/2006/relationships" id="267" r:id="R4db16b51761a4616"/>
    <p:sldId xmlns:r="http://schemas.openxmlformats.org/officeDocument/2006/relationships" id="268" r:id="Rf1c953b4fe954ab0"/>
    <p:sldId xmlns:r="http://schemas.openxmlformats.org/officeDocument/2006/relationships" id="269" r:id="R9f7d220ca18740ce"/>
    <p:sldId xmlns:r="http://schemas.openxmlformats.org/officeDocument/2006/relationships" id="270" r:id="R1bebe8538792430e"/>
    <p:sldId xmlns:r="http://schemas.openxmlformats.org/officeDocument/2006/relationships" id="271" r:id="Rb90f3ea53ddf4b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b12e4adea54ba6" /><Relationship Type="http://schemas.openxmlformats.org/officeDocument/2006/relationships/slideMaster" Target="/ppt/slideMasters/slideMaster1.xml" Id="R8c19cf709ee04199" /><Relationship Type="http://schemas.openxmlformats.org/officeDocument/2006/relationships/notesMaster" Target="/ppt/notesMasters/notesMaster1.xml" Id="R4b8c0a93f2974c1c" /><Relationship Type="http://schemas.openxmlformats.org/officeDocument/2006/relationships/presProps" Target="/ppt/presProps.xml" Id="R6ffb87bb33274170" /><Relationship Type="http://schemas.openxmlformats.org/officeDocument/2006/relationships/tableStyles" Target="/ppt/tableStyles.xml" Id="R376ea6300a984bb1" /><Relationship Type="http://schemas.openxmlformats.org/officeDocument/2006/relationships/slide" Target="/ppt/slides/slide1.xml" Id="R074bbd2adffe4934" /><Relationship Type="http://schemas.openxmlformats.org/officeDocument/2006/relationships/slide" Target="/ppt/slides/slide2.xml" Id="R05c17d43ccbd442e" /><Relationship Type="http://schemas.openxmlformats.org/officeDocument/2006/relationships/slide" Target="/ppt/slides/slide3.xml" Id="Rd31c0b5d5982412b" /><Relationship Type="http://schemas.openxmlformats.org/officeDocument/2006/relationships/slide" Target="/ppt/slides/slide4.xml" Id="Rd3d4b5b52f0f44f1" /><Relationship Type="http://schemas.openxmlformats.org/officeDocument/2006/relationships/slide" Target="/ppt/slides/slide5.xml" Id="R294a0242ccc640e5" /><Relationship Type="http://schemas.openxmlformats.org/officeDocument/2006/relationships/slide" Target="/ppt/slides/slide6.xml" Id="R8185d123aeec4cf4" /><Relationship Type="http://schemas.openxmlformats.org/officeDocument/2006/relationships/slide" Target="/ppt/slides/slide7.xml" Id="R05743da9671d44c4" /><Relationship Type="http://schemas.openxmlformats.org/officeDocument/2006/relationships/slide" Target="/ppt/slides/slide8.xml" Id="R318cd5013319499d" /><Relationship Type="http://schemas.openxmlformats.org/officeDocument/2006/relationships/slide" Target="/ppt/slides/slide9.xml" Id="Rf4c283bfba7446da" /><Relationship Type="http://schemas.openxmlformats.org/officeDocument/2006/relationships/slide" Target="/ppt/slides/slide10.xml" Id="R3a219df6d00f4e76" /><Relationship Type="http://schemas.openxmlformats.org/officeDocument/2006/relationships/slide" Target="/ppt/slides/slide11.xml" Id="Rb3bd66db567e4a74" /><Relationship Type="http://schemas.openxmlformats.org/officeDocument/2006/relationships/slide" Target="/ppt/slides/slide12.xml" Id="R4db16b51761a4616" /><Relationship Type="http://schemas.openxmlformats.org/officeDocument/2006/relationships/slide" Target="/ppt/slides/slide13.xml" Id="Rf1c953b4fe954ab0" /><Relationship Type="http://schemas.openxmlformats.org/officeDocument/2006/relationships/slide" Target="/ppt/slides/slide14.xml" Id="R9f7d220ca18740ce" /><Relationship Type="http://schemas.openxmlformats.org/officeDocument/2006/relationships/slide" Target="/ppt/slides/slide15.xml" Id="R1bebe8538792430e" /><Relationship Type="http://schemas.openxmlformats.org/officeDocument/2006/relationships/slide" Target="/ppt/slides/slide16.xml" Id="Rb90f3ea53ddf4b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2a7c45c98e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a47da388854007" /><Relationship Type="http://schemas.openxmlformats.org/officeDocument/2006/relationships/notesMaster" Target="/ppt/notesMasters/notesMaster1.xml" Id="Rc74d38757e7148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52dcdc19e346dd" /><Relationship Type="http://schemas.openxmlformats.org/officeDocument/2006/relationships/notesMaster" Target="/ppt/notesMasters/notesMaster1.xml" Id="Ra26614e50034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8ae1427d848ef" /><Relationship Type="http://schemas.openxmlformats.org/officeDocument/2006/relationships/notesMaster" Target="/ppt/notesMasters/notesMaster1.xml" Id="R6c6fabb7505e4a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a721438914556" /><Relationship Type="http://schemas.openxmlformats.org/officeDocument/2006/relationships/notesMaster" Target="/ppt/notesMasters/notesMaster1.xml" Id="R9023fd733bc0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c240a4340145a9" /><Relationship Type="http://schemas.openxmlformats.org/officeDocument/2006/relationships/notesMaster" Target="/ppt/notesMasters/notesMaster1.xml" Id="R5f1b287c257444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2179959342456c" /><Relationship Type="http://schemas.openxmlformats.org/officeDocument/2006/relationships/notesMaster" Target="/ppt/notesMasters/notesMaster1.xml" Id="R2de95a701ced45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03f76c98c14b8b" /><Relationship Type="http://schemas.openxmlformats.org/officeDocument/2006/relationships/notesMaster" Target="/ppt/notesMasters/notesMaster1.xml" Id="R2d4a6ede0d0040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015c75bbd46e7" /><Relationship Type="http://schemas.openxmlformats.org/officeDocument/2006/relationships/notesMaster" Target="/ppt/notesMasters/notesMaster1.xml" Id="R6e8f45aba4e647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b7a4de5f674f2b" /><Relationship Type="http://schemas.openxmlformats.org/officeDocument/2006/relationships/notesMaster" Target="/ppt/notesMasters/notesMaster1.xml" Id="R9b30ceddcf714f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e6c562856842e0" /><Relationship Type="http://schemas.openxmlformats.org/officeDocument/2006/relationships/notesMaster" Target="/ppt/notesMasters/notesMaster1.xml" Id="R915a0be90fde4d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eac3337aa4f25" /><Relationship Type="http://schemas.openxmlformats.org/officeDocument/2006/relationships/notesMaster" Target="/ppt/notesMasters/notesMaster1.xml" Id="R2e9f878be28840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3fa99564a8404a" /><Relationship Type="http://schemas.openxmlformats.org/officeDocument/2006/relationships/notesMaster" Target="/ppt/notesMasters/notesMaster1.xml" Id="Rafc29130da4448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7044bc0c5b43d1" /><Relationship Type="http://schemas.openxmlformats.org/officeDocument/2006/relationships/notesMaster" Target="/ppt/notesMasters/notesMaster1.xml" Id="Rff81e19854194a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9175ae942241fe" /><Relationship Type="http://schemas.openxmlformats.org/officeDocument/2006/relationships/notesMaster" Target="/ppt/notesMasters/notesMaster1.xml" Id="R6f848bfe746044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18a3703eb645ea" /><Relationship Type="http://schemas.openxmlformats.org/officeDocument/2006/relationships/notesMaster" Target="/ppt/notesMasters/notesMaster1.xml" Id="R701c8142c1f649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b0c0ed30714e84" /><Relationship Type="http://schemas.openxmlformats.org/officeDocument/2006/relationships/notesMaster" Target="/ppt/notesMasters/notesMaster1.xml" Id="R8875633c4a4948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节省几乎全部来自不再反复执行已知前缀，而不是探索本身变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：线性序列中进度次数已能表示当前阶段，一个「阶段到下一目标」的列表就足够，所以第一个正结果不能证明一般自动机学习的价值。右：A→E与B→E汇入同一物理位置，进度均为2、末事件均为E，但后继要求不同；两个E表示不同历史下的任务状态，不是两个物理位置。底行：前缀树与充分历史dictionary在匹配输入与随机数时逐动作一致，所以价值不来自图这种形式。咖啡只是同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真正要学的不是「记住流程」，而是「哪些历史可以共享未来经验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省下只计冗余部分（134/792），另有102次复用落在必要查询上，那不是节省而是替换。预注册判据在跑之前写定：查询节省&gt;=20%且错误共享约等于0，三项全不达标；把53次求解超时全判给Occam，节省上界23.6%仍不达标。在线k_min是8-12而真状态数是19-27，证据少时最小机器严重过度合并，这是离线97.6%精确率无法在线复现的全部原因。裁决正确率80.1%/77.3%见附录：它高于归属正确率，是因为大量错误归属碰巧给出相同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。不是贪心评估累计期望0.137/0.533/0.696。规则识别前准确率不足95%；识别后两臂在该实现中相同，因此T95没有分辨能力，该必然性只针对这个规则族、确定反馈、更新与阈值设置。主动任务早期调用技能改变到达后缀的行为，被动任务每幕独立给出排列，动作不影响下一份证据。不能据此断言所有边学边用收益都必须依赖主动取证，也不能用它否定第2页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播：有了结构以后还有第二个问题——它只是告诉我当前目标，还是还能让不同阶段共享控制经验？这一组全部是「任务规则已给定」，不涉及边学边建。左侧2x2：Y00两种机制都没有，Y01用学习型元控制器调用共享技能（有复用无路由），Y10真规则路由但技能按任务状态独立（有路由无复用），Y11两者都有。24族×30种子×5臂，预算200000步。原报告关于路由压倒性强于复用的AUC解释已在Step38撤回，因天花板影响；本页不作机制排序，完整AUC与first90见附录。右侧为Step38.5剂量扫描：昂贵导航，任务规则已给定，训练预算1000000环境步，达标率为预算内达到90%成功率的运行比例；该扫描逐种子原始数据后来确认遗失，不能重算区间。Step40新网格显示步费会改变QRM排序并使风险交互缩小，不能视为协议不变的效应大小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主线到此结束。后面六页分别对应：反馈预算、前缀树与历史字典的等价、压缩倍数的闭式解释、合并审计的完整口径、五臂完整数值、危险格完整剂量曲线。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160预算时最终仍&gt;=90%的只有127/144；本图量的是曾经达标，不是最终成功比例。控制器按历史节点读取局部证据，未启用合并。不能由最终树节点数推断必须完整结构才能使用：nodes字段记录的是历史前缀树大小而非压缩状态数，且在运行结束时输出；真正的压缩状态数classes未被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因此自动机的价值不来自「画成图」这件事本身，而来自后面能不能合并等价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纯净状态内错误动作Q恒为0，正确动作一旦得到一次正奖励便变成1，此后贪心评估就答对该状态；未获正奖励的状态仍随机并列。若完整历史数为H，准确率=(H+c)/2H，要达95%需覆盖c&gt;=ceil(0.9H)。在iid均匀排列与当前初始化下，已覆盖i格时新覆盖一格的概率为(H-i)/(2H)，期望等待2H/(H-i)，累加得 sum(2H/(H-i), i=0..ceil(0.9H)-1)。H=6/24/120时为29.40/109.25/543.76幕；压缩后H=2给出6.0幕。理论倍数90.63x，实测89.75x。正式T95按检查点记录，可能比逐幕精确时刻稍晚。这说明大倍数可以由明确的重复建表机制解释，不需要额外假设。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，其中冗余313次（39.5%）。k_min下被强制的合并236次：裁决错47次故裁决正确率80.1%，归属错140次故归属正确率40.7%，省下134/792=16.9%。k_min+1下复用22次：裁决错5、归属错8，省下14/792=1.8%。裁决正确率高于归属正确率，是因为大量错误归属碰巧给出相同裁决，这种运气撑不过下一个事件。另有102次复用落在必要查询上，是替换不是节省，未计入16.9%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中位数，AUC为成功率曲线面积。原报告关于路由压倒性强于复用的AUC解释已在Step38撤回，因天花板影响。删失：原始归档results/factorial.json中first90=-1共40次，全部落在Y00（30/720）与Y01（10/720），Y10/Y11/QRM为0；页面中位数按达标者计，Y00若把-1记作预算200000则中位为41000而非38500，该丢弃使Y00/Y01显得偏好，因此对比是保守的。报告曾给出样本复杂度主效应路由6.39x、复用5.34x，本次未能从归档复现（把-1记作预算得9.03x/4.50x），故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，这里不声明几何难度完全不变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2cb5786b144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2d5c4b6e846a6" /><Relationship Type="http://schemas.openxmlformats.org/officeDocument/2006/relationships/slideLayout" Target="/ppt/slideLayouts/slideLayout1.xml" Id="Ra6666edd093648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66edd093648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8d73b22c14623" /><Relationship Type="http://schemas.openxmlformats.org/officeDocument/2006/relationships/notesSlide" Target="/ppt/notesSlides/notesSlide1.xml" Id="R1ae9b842684345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a77d648944ead" /><Relationship Type="http://schemas.openxmlformats.org/officeDocument/2006/relationships/chart" Target="/ppt/slides/charts/chart1.xml" Id="Ra57cec0ce4db4dc2" /><Relationship Type="http://schemas.openxmlformats.org/officeDocument/2006/relationships/chart" Target="/ppt/slides/charts/chart2.xml" Id="R19e00e86c3af4bb6" /><Relationship Type="http://schemas.openxmlformats.org/officeDocument/2006/relationships/notesSlide" Target="/ppt/notesSlides/notesSlide2.xml" Id="R6850cca53471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f47d53ef8406a" /><Relationship Type="http://schemas.openxmlformats.org/officeDocument/2006/relationships/notesSlide" Target="/ppt/notesSlides/notesSlide3.xml" Id="R6e953719f12040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c57a7689049d8" /><Relationship Type="http://schemas.openxmlformats.org/officeDocument/2006/relationships/notesSlide" Target="/ppt/notesSlides/notesSlide4.xml" Id="R22f37b89cd86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875196c64738" /><Relationship Type="http://schemas.openxmlformats.org/officeDocument/2006/relationships/chart" Target="/ppt/slides/charts/chart3.xml" Id="R6d52e425b5af465e" /><Relationship Type="http://schemas.openxmlformats.org/officeDocument/2006/relationships/notesSlide" Target="/ppt/notesSlides/notesSlide5.xml" Id="R704652a0fd3a48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f825e39844f78" /><Relationship Type="http://schemas.openxmlformats.org/officeDocument/2006/relationships/chart" Target="/ppt/slides/charts/chart4.xml" Id="R732aad7d532d4205" /><Relationship Type="http://schemas.openxmlformats.org/officeDocument/2006/relationships/notesSlide" Target="/ppt/notesSlides/notesSlide6.xml" Id="R37a11efb00a347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03d840a494cd1" /><Relationship Type="http://schemas.openxmlformats.org/officeDocument/2006/relationships/chart" Target="/ppt/slides/charts/chart5.xml" Id="Re3c0211756704faa" /><Relationship Type="http://schemas.openxmlformats.org/officeDocument/2006/relationships/notesSlide" Target="/ppt/notesSlides/notesSlide7.xml" Id="Rdff28e946b934f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09f433c5c4dd2" /><Relationship Type="http://schemas.openxmlformats.org/officeDocument/2006/relationships/chart" Target="/ppt/slides/charts/chart6.xml" Id="R3e6a3abb0476448e" /><Relationship Type="http://schemas.openxmlformats.org/officeDocument/2006/relationships/notesSlide" Target="/ppt/notesSlides/notesSlide8.xml" Id="Rb9e27464c62544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f001f5dfe4651" /><Relationship Type="http://schemas.openxmlformats.org/officeDocument/2006/relationships/notesSlide" Target="/ppt/notesSlides/notesSlide9.xml" Id="Rd6245a3e4ae941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6212b34e64ca9" /><Relationship Type="http://schemas.openxmlformats.org/officeDocument/2006/relationships/notesSlide" Target="/ppt/notesSlides/notesSlide10.xml" Id="R14b38d04184e48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6518425e64960" /><Relationship Type="http://schemas.openxmlformats.org/officeDocument/2006/relationships/chart" Target="/ppt/slides/charts/chart7.xml" Id="Rb659a793d3e4435d" /><Relationship Type="http://schemas.openxmlformats.org/officeDocument/2006/relationships/notesSlide" Target="/ppt/notesSlides/notesSlide11.xml" Id="R65cbc651d1024f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0aa46048c4d1f" /><Relationship Type="http://schemas.openxmlformats.org/officeDocument/2006/relationships/notesSlide" Target="/ppt/notesSlides/notesSlide12.xml" Id="Rc1ad3dab9dee4a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c0d84787549ee" /><Relationship Type="http://schemas.openxmlformats.org/officeDocument/2006/relationships/chart" Target="/ppt/slides/charts/chart8.xml" Id="R3cd78b1ac6d94ad7" /><Relationship Type="http://schemas.openxmlformats.org/officeDocument/2006/relationships/notesSlide" Target="/ppt/notesSlides/notesSlide13.xml" Id="Rc32b8adfc27f49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85a5f26724383" /><Relationship Type="http://schemas.openxmlformats.org/officeDocument/2006/relationships/chart" Target="/ppt/slides/charts/chart9.xml" Id="Re72c97e2ef534b7a" /><Relationship Type="http://schemas.openxmlformats.org/officeDocument/2006/relationships/chart" Target="/ppt/slides/charts/chart10.xml" Id="Rd1190a621a9e43e5" /><Relationship Type="http://schemas.openxmlformats.org/officeDocument/2006/relationships/chart" Target="/ppt/slides/charts/chart11.xml" Id="R20d3881ec7a04393" /><Relationship Type="http://schemas.openxmlformats.org/officeDocument/2006/relationships/notesSlide" Target="/ppt/notesSlides/notesSlide14.xml" Id="Rbbea71b06cd341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6dfa569864f31" /><Relationship Type="http://schemas.openxmlformats.org/officeDocument/2006/relationships/chart" Target="/ppt/slides/charts/chart12.xml" Id="R1dbbeee803c3481a" /><Relationship Type="http://schemas.openxmlformats.org/officeDocument/2006/relationships/notesSlide" Target="/ppt/notesSlides/notesSlide15.xml" Id="R09dee7a0dc8a43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55407a0ee499b" /><Relationship Type="http://schemas.openxmlformats.org/officeDocument/2006/relationships/chart" Target="/ppt/slides/charts/chart13.xml" Id="R016e2140038e4f24" /><Relationship Type="http://schemas.openxmlformats.org/officeDocument/2006/relationships/notesSlide" Target="/ppt/notesSlides/notesSlide16.xml" Id="Rc584f0f62fa146c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状态归属正确率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ser>
          <c:idx val="1"/>
          <c:order val="1"/>
          <c:tx>
            <c:v>可省查询比例</c:v>
          </c:tx>
          <c:spPr>
            <a:solidFill xmlns:a="http://schemas.openxmlformats.org/drawingml/2006/main">
              <a:srgbClr val="C47A35"/>
            </a:solidFill>
          </c:spPr>
          <c:cat>
            <c:strRef>
              <c:f>'Chart Data'!$C$2:$C$3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闭式理论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29.4</c:v>
                </c:pt>
                <c:pt idx="1">
                  <c:v>109.25</c:v>
                </c:pt>
                <c:pt idx="2">
                  <c:v>543.76</c:v>
                </c:pt>
              </c:numCache>
            </c:numRef>
          </c:val>
        </c:ser>
        <c:ser>
          <c:idx val="1"/>
          <c:order val="1"/>
          <c:tx>
            <c:v>实测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">
            <a:extLst xmlns:a="http://schemas.openxmlformats.org/drawingml/2006/main">
              <a:ext uri="{FF2B5EF4-FFF2-40B4-BE49-F238E27FC236}">
                <a16:creationId xmlns:a16="http://schemas.microsoft.com/office/drawing/2014/main" id="{749BE2CD-9AC1-4A67-8873-67BC5490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47F39E0-7CA2-4418-931B-F38E610C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智能体能识别事件，也能得到「这一步推进了吗」的反馈；但不知道正确顺序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06961BF-DEFB-4D90-A805-A92AE8F5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75051C1-FD8C-4237-8BFC-7A9B8330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A8DFA-F451-48CD-AA50-D203862F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3E1E3-E9EC-449A-9E4C-4AD4A602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56DD3-0DCF-4E99-BEC6-A4C46C1C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0633F-0E13-48F7-9F89-3EEE188A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59FCD-EFCD-449A-9BDB-A830B4D4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727A0-781A-439A-AC70-54EE28CB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37E87-0BF1-4554-9C6D-329B1BC8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51E89-7F1B-4504-9173-4E75CBAD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1BC1D-9D4B-4B6C-9747-D451AE1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58323-9E0F-45D2-A57E-8D52D5F1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34643-CCB5-4710-90EB-8737F3B6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8444B-7987-4CDB-ABBC-E562420B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6585C-5087-429E-A0C6-F553936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33790-0703-41AB-9432-6DBB3FD2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2EF1E-02C7-4FE9-BF71-5594E45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4D62E-AE89-4B82-B0B4-FBCB092F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E303B-4E57-4B55-AF40-C95EC8F9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89227-9015-4F62-A97E-EC5DA452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CDC18-51AC-4179-8880-58A0F080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AFC86E-95AE-4189-875F-3FCEBC3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BC37E-5C2C-4FDC-A8D7-CDA59153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5B9917-EAF3-4B25-8E9A-11DB909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D0B19-ADB0-4C8D-8AC3-BA601F63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BDA55D-7089-41A9-9E8C-1D885770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64AFE-95E8-4D1C-A0FC-133CE449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3D8AAB-418C-4FDF-83F6-6DDC911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DEE71F-C8E3-406F-9A52-A53DC64A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99E3A0-3A4F-45CE-936C-3F3500C2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8D1269-728E-4DFB-85F9-6E1F4032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803A1A-F4E0-4592-80D3-CA44DB6C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98CBEC-4AD1-4434-A16C-EEE1C813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EB483A-BC50-4CC8-BE13-C8B2CAFC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35D75-261D-4030-A90B-F922839D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E9E9A1-FA5D-409C-9A49-FF800465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BBB842-7A15-4202-AD2C-352675C0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AF8F3-EFC1-4BAA-BFB4-1F3E0EAB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C5CB4182-F876-4BFC-B623-953ED0E6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45B85825-ACA8-4D45-93DA-81846253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D8196804-2E45-4B59-9F83-B6C6FDFD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0612112B-A963-44ED-A5F2-4D5B3F71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A81F36EB-AABE-4CB0-97F8-54A2456D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6" name="text-10">
            <a:extLst xmlns:a="http://schemas.openxmlformats.org/drawingml/2006/main">
              <a:ext uri="{FF2B5EF4-FFF2-40B4-BE49-F238E27FC236}">
                <a16:creationId xmlns:a16="http://schemas.microsoft.com/office/drawing/2014/main" id="{A275F2A5-E2FC-448E-AAA9-573679F0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F592AD-9406-4A52-8E76-B1EFCD6E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D637E7-DA91-4031-94BC-067C6B91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FCEF9E-E025-49DD-B121-7BD4960C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258D1B-A4B6-46C4-A50F-AFC5414C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50" idx="1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9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929BA0B5-BD30-4792-A71B-D0FE33CE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6" name="text-12">
            <a:extLst xmlns:a="http://schemas.openxmlformats.org/drawingml/2006/main">
              <a:ext uri="{FF2B5EF4-FFF2-40B4-BE49-F238E27FC236}">
                <a16:creationId xmlns:a16="http://schemas.microsoft.com/office/drawing/2014/main" id="{3A20AFEB-6630-4E24-AB32-EF74B87D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520448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748DDA62-5518-475C-AA99-1B9D6AC4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边发现边使用：第一个闭环结果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07DB70FC-7A95-4007-BE12-5DFDDA63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个种子；立即与延迟是同配置的时机对照，普通 replay 探索率不同，仅作参考基线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0C836F69-3584-44E9-9106-D151CE3F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DF6F8507-C14F-494E-A1E7-4F7D6928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0B900632-DF68-49D7-A16D-8F998E2E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7cec0ce4db4dc2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e00e86c3af4bb6"/>
          </a:graphicData>
        </a:graphic>
      </p:graphicFrame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FEC0A752-B94A-40F4-B957-C9E3E51E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省下来的几乎全是「重走已知前缀」的路费，不是探索本身变聪明</a:t>
            </a:r>
          </a:p>
        </p:txBody>
      </p:sp>
    </p:spTree>
    <p:extLst>
      <p:ext uri="{BB962C8B-B14F-4D97-AF65-F5344CB8AC3E}">
        <p14:creationId xmlns:p14="http://schemas.microsoft.com/office/powerpoint/2010/main" val="245687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7F9F6C9B-5B02-450F-99CE-2077271C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线性任务够用，分支任务不够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AB8EFE59-157E-4B3D-8B4D-DCDC7F40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热泡 / 冷萃：同一个「冲粉」，前史不同 → 后续不同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54B220A5-6A5E-4807-A27D-4EFC1741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1395D-8A03-4AAF-BC6F-01132D7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0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878CBA38-79B0-4D04-8290-9B5D9CE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线性任务：进度就够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BAEDB800-EA0D-421B-B081-66A30317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9D49331C-73A4-4D3C-A39D-D63B0987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280C8-BD13-4BC9-BB70-6BFC7404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3BD19D50-7E7C-4ADC-91E3-4A73D7A6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0" name="text-26">
            <a:extLst xmlns:a="http://schemas.openxmlformats.org/drawingml/2006/main">
              <a:ext uri="{FF2B5EF4-FFF2-40B4-BE49-F238E27FC236}">
                <a16:creationId xmlns:a16="http://schemas.microsoft.com/office/drawing/2014/main" id="{D62959AB-AA15-43B0-A0CA-78713D02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1" name="text-27">
            <a:extLst xmlns:a="http://schemas.openxmlformats.org/drawingml/2006/main">
              <a:ext uri="{FF2B5EF4-FFF2-40B4-BE49-F238E27FC236}">
                <a16:creationId xmlns:a16="http://schemas.microsoft.com/office/drawing/2014/main" id="{F685582A-B8E2-416F-AAAE-1042B565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8">
            <a:extLst xmlns:a="http://schemas.openxmlformats.org/drawingml/2006/main">
              <a:ext uri="{FF2B5EF4-FFF2-40B4-BE49-F238E27FC236}">
                <a16:creationId xmlns:a16="http://schemas.microsoft.com/office/drawing/2014/main" id="{E86AE979-792F-4BAF-9BC3-DBE85210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text-29">
            <a:extLst xmlns:a="http://schemas.openxmlformats.org/drawingml/2006/main">
              <a:ext uri="{FF2B5EF4-FFF2-40B4-BE49-F238E27FC236}">
                <a16:creationId xmlns:a16="http://schemas.microsoft.com/office/drawing/2014/main" id="{CE6F0292-BB06-4FAB-83BA-8F267B52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text-30">
            <a:extLst xmlns:a="http://schemas.openxmlformats.org/drawingml/2006/main">
              <a:ext uri="{FF2B5EF4-FFF2-40B4-BE49-F238E27FC236}">
                <a16:creationId xmlns:a16="http://schemas.microsoft.com/office/drawing/2014/main" id="{B8001517-8152-491D-9174-A11C8A24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5" name="text-31">
            <a:extLst xmlns:a="http://schemas.openxmlformats.org/drawingml/2006/main">
              <a:ext uri="{FF2B5EF4-FFF2-40B4-BE49-F238E27FC236}">
                <a16:creationId xmlns:a16="http://schemas.microsoft.com/office/drawing/2014/main" id="{1AC7A45D-BCFD-4F02-A43C-130932D3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text-32">
            <a:extLst xmlns:a="http://schemas.openxmlformats.org/drawingml/2006/main">
              <a:ext uri="{FF2B5EF4-FFF2-40B4-BE49-F238E27FC236}">
                <a16:creationId xmlns:a16="http://schemas.microsoft.com/office/drawing/2014/main" id="{A1D94F3B-3AAC-425D-B0D5-02143BE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3D855EA0-24F7-4549-975B-FB847E8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进度唯一标记阶段 —— 不需要真正的结构学习</a:t>
            </a:r>
          </a:p>
        </p:txBody>
      </p:sp>
      <p:sp>
        <p:nvSpPr>
          <p:cNvPr id="18" name="text-34">
            <a:extLst xmlns:a="http://schemas.openxmlformats.org/drawingml/2006/main">
              <a:ext uri="{FF2B5EF4-FFF2-40B4-BE49-F238E27FC236}">
                <a16:creationId xmlns:a16="http://schemas.microsoft.com/office/drawing/2014/main" id="{D7570734-5741-485A-8E69-94D7158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分支任务：进度不够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06486-789A-454A-BE6A-1E2B7617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73AAD-6F27-497C-8EF5-D29FC2AC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D1AFA-5719-4717-AA09-39DEDC7A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5DEC4-A80D-4BF7-AA9B-565A971D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A59EF-A41A-4346-B5D5-50146DBC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52A0D-711F-4C0D-A20F-AEFF20DE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1520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1545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520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1545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9" name="text-35">
            <a:extLst xmlns:a="http://schemas.openxmlformats.org/drawingml/2006/main">
              <a:ext uri="{FF2B5EF4-FFF2-40B4-BE49-F238E27FC236}">
                <a16:creationId xmlns:a16="http://schemas.microsoft.com/office/drawing/2014/main" id="{06F06005-9412-4FD0-8B1C-2CD47961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进度都 = 2，位置都是 E，下一步却不同</a:t>
            </a:r>
          </a:p>
        </p:txBody>
      </p:sp>
      <p:sp>
        <p:nvSpPr>
          <p:cNvPr id="30" name="text-36">
            <a:extLst xmlns:a="http://schemas.openxmlformats.org/drawingml/2006/main">
              <a:ext uri="{FF2B5EF4-FFF2-40B4-BE49-F238E27FC236}">
                <a16:creationId xmlns:a16="http://schemas.microsoft.com/office/drawing/2014/main" id="{999377A0-881C-4106-B3A1-417A217B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Prefix tree  ≡  充分历史字典 —— 价值不在画成一张图</a:t>
            </a:r>
          </a:p>
        </p:txBody>
      </p:sp>
    </p:spTree>
    <p:extLst>
      <p:ext uri="{BB962C8B-B14F-4D97-AF65-F5344CB8AC3E}">
        <p14:creationId xmlns:p14="http://schemas.microsoft.com/office/powerpoint/2010/main" val="4643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37">
            <a:extLst xmlns:a="http://schemas.openxmlformats.org/drawingml/2006/main">
              <a:ext uri="{FF2B5EF4-FFF2-40B4-BE49-F238E27FC236}">
                <a16:creationId xmlns:a16="http://schemas.microsoft.com/office/drawing/2014/main" id="{5DE08DBE-7240-4A1E-A679-9477509F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于是问题变成状态抽象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F62CDA65-71B3-4F65-9EFC-0CA39C67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历史不同 ≠ 任务状态不同</a:t>
            </a:r>
          </a:p>
        </p:txBody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06838F00-CF47-4FA0-8418-520BEB37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94304902-4C3B-4374-863C-5F55AE76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BE80E3DE-6157-4DCF-B59D-FA83AC89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F80A7275-E4CA-4794-8438-763EE87B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FE683-CF7E-4F3A-9280-FDA7E4BC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E4462-2403-4833-9A7C-06E1ED50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0E353-E44B-47A6-8DC4-2C4F5AB3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01CA7-C343-430D-BF10-EF22448F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FD232-8745-4A26-A8E4-930746C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45E5A-9F3D-44AF-A3FE-F58B3258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22C9D-E79E-4ED5-9EF1-E1E0BED1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B2BE1-4CE1-47A7-B46B-44A4F66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CD95D-DE95-4C57-A841-63CA1F5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FFF05-3BD1-4846-AC0B-874D4877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54370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CAEB0219-B70A-42FA-9BAB-295F85C7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正确压缩确实值钱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6482AF12-B082-4ED1-BE4C-7FF0BAC8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DCC428CD-D15D-4ED2-8610-72E40D74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52e425b5af465e"/>
          </a:graphicData>
        </a:graphic>
      </p:graphicFrame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157013C6-A0C8-453B-A4A2-F4F4E881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964F6D4A-D96E-4061-8879-642C2BDB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F84BFBA5-9CD7-4D12-9494-9417A2A9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7CAA59D0-0EB9-4B72-9B29-440E53CC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完整历史的条数随 n! 增长；正确压缩始终只有两类</a:t>
            </a:r>
          </a:p>
        </p:txBody>
      </p:sp>
    </p:spTree>
    <p:extLst>
      <p:ext uri="{BB962C8B-B14F-4D97-AF65-F5344CB8AC3E}">
        <p14:creationId xmlns:p14="http://schemas.microsoft.com/office/powerpoint/2010/main" val="150868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6230AAF4-992E-4896-A12E-6B085A76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真正的难点：在线判断哪些历史能合并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DC44CA73-F6DC-4C3C-90E4-1FFE634E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固定轨迹回放审计，未把这些合并接进控制器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B3892C00-EB9B-404A-8C46-68696DD2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9BCAA627-2FCD-47D7-B9BC-6E3955C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过早合并的代价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DAFE2-E165-4F7B-AFBC-BF8365D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42024-6104-4A91-84F1-E9A6685C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6549E-6429-4692-B5D7-D4EE85A0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47900" y="2695575"/>
            <a:ext cx="89535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47900" y="3581400"/>
            <a:ext cx="8953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343A511C-F7B2-4CCC-BFB8-987A617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CC7B3E21-8FC4-4393-BE16-82DED159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76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2" name="text-56">
            <a:extLst xmlns:a="http://schemas.openxmlformats.org/drawingml/2006/main">
              <a:ext uri="{FF2B5EF4-FFF2-40B4-BE49-F238E27FC236}">
                <a16:creationId xmlns:a16="http://schemas.microsoft.com/office/drawing/2014/main" id="{E0E3B4BB-7CC4-4B1E-87BB-7812F6E7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 —— 合并就会错用经验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34EFB-1620-4809-B8CD-4203DAFD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0272CBD4-ED93-4DB1-9D27-49DEE80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当前方法出现明显 trade-off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0" y="1866900"/>
          <a:ext xmlns:a="http://schemas.openxmlformats.org/drawingml/2006/main" cx="539115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2aad7d532d4205"/>
          </a:graphicData>
        </a:graphic>
      </p:graphicFrame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54CC9D2B-3A43-4D61-A7D3-7B31E471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</a:t>
            </a:r>
          </a:p>
        </p:txBody>
      </p:sp>
    </p:spTree>
    <p:extLst>
      <p:ext uri="{BB962C8B-B14F-4D97-AF65-F5344CB8AC3E}">
        <p14:creationId xmlns:p14="http://schemas.microsoft.com/office/powerpoint/2010/main" val="1074575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59">
            <a:extLst xmlns:a="http://schemas.openxmlformats.org/drawingml/2006/main">
              <a:ext uri="{FF2B5EF4-FFF2-40B4-BE49-F238E27FC236}">
                <a16:creationId xmlns:a16="http://schemas.microsoft.com/office/drawing/2014/main" id="{0694FEF1-0CBA-4F8B-AEE9-E7A75B65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为什么最近的「提前压缩」没复现早期大收益</a:t>
            </a:r>
          </a:p>
        </p:txBody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9EE4A430-7CBD-4A73-B04B-10EAA96E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两种「立即使用」不是一回事：早期实验里行为会改变下一份证据，零件实验里不会</a:t>
            </a:r>
          </a:p>
        </p:txBody>
      </p:sp>
      <p:sp>
        <p:nvSpPr>
          <p:cNvPr id="3" name="text-61">
            <a:extLst xmlns:a="http://schemas.openxmlformats.org/drawingml/2006/main">
              <a:ext uri="{FF2B5EF4-FFF2-40B4-BE49-F238E27FC236}">
                <a16:creationId xmlns:a16="http://schemas.microsoft.com/office/drawing/2014/main" id="{5786D6DF-500F-444C-9AEB-687B4010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text-62">
            <a:extLst xmlns:a="http://schemas.openxmlformats.org/drawingml/2006/main">
              <a:ext uri="{FF2B5EF4-FFF2-40B4-BE49-F238E27FC236}">
                <a16:creationId xmlns:a16="http://schemas.microsoft.com/office/drawing/2014/main" id="{34CC58C1-7BE3-4C3F-A3B0-C68BD287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早期导航任务：行为改变证据</a:t>
            </a:r>
          </a:p>
        </p:txBody>
      </p:sp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BFA3CE85-1725-4B3C-B1D5-25EC8462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最新零件实验：证据与行为无关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3BFBE-10FC-482C-BA8B-08068AA9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FF28B-E8C6-4D68-A54D-9FDBA5EE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AD03A-150E-4629-828B-1495D2A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91092-B0D5-4D01-A299-A6242DE0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F95E9-F887-4D2C-97FA-C9B15C7B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0B01F43A-4537-4F57-88AB-93BB3F74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65">
            <a:extLst xmlns:a="http://schemas.openxmlformats.org/drawingml/2006/main">
              <a:ext uri="{FF2B5EF4-FFF2-40B4-BE49-F238E27FC236}">
                <a16:creationId xmlns:a16="http://schemas.microsoft.com/office/drawing/2014/main" id="{5CADB417-7085-4300-A30C-90C64B6D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400550"/>
          <a:ext xmlns:a="http://schemas.openxmlformats.org/drawingml/2006/main" cx="5029200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c0211756704faa"/>
          </a:graphicData>
        </a:graphic>
      </p:graphicFrame>
      <p:sp>
        <p:nvSpPr>
          <p:cNvPr id="18" name="text-66">
            <a:extLst xmlns:a="http://schemas.openxmlformats.org/drawingml/2006/main">
              <a:ext uri="{FF2B5EF4-FFF2-40B4-BE49-F238E27FC236}">
                <a16:creationId xmlns:a16="http://schemas.microsoft.com/office/drawing/2014/main" id="{1DDAEC72-77E1-4642-8355-666730DC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当行为会改变后续证据时，提前使用才能形成真正的闭环</a:t>
            </a:r>
          </a:p>
        </p:txBody>
      </p:sp>
    </p:spTree>
    <p:extLst>
      <p:ext uri="{BB962C8B-B14F-4D97-AF65-F5344CB8AC3E}">
        <p14:creationId xmlns:p14="http://schemas.microsoft.com/office/powerpoint/2010/main" val="2083522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67">
            <a:extLst xmlns:a="http://schemas.openxmlformats.org/drawingml/2006/main">
              <a:ext uri="{FF2B5EF4-FFF2-40B4-BE49-F238E27FC236}">
                <a16:creationId xmlns:a16="http://schemas.microsoft.com/office/drawing/2014/main" id="{FE6ED255-B860-46BA-9FE2-1E8C21CF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结构拿到以后，还有第二个独立问题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8F581ED7-3DE2-4FA9-B6AD-943F35E6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任务规则已给定；危险格扫描的逐种子记录已缺失，不能重算区间</a:t>
            </a:r>
          </a:p>
        </p:txBody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0108BD69-1A51-4933-8ABA-C44C816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5FF01F45-7DEF-4DD1-87CA-532D118E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普通环境：都贴着天花板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4A48EF91-84F8-4AEE-99F6-34AB0BA1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B7134915-7FB1-47C0-820B-1A293271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B84C25C3-E74F-4E8C-9234-27A768D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5450C759-9933-4F93-9062-673CF7C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CCDD4-4B62-4062-A18C-181D142F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7B2EB59A-F416-484D-BEED-3266A518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FAF4D-8AC2-420F-9045-E16F8FDE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A038DF01-9FF1-4D7D-A0E7-463C13A8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F330D-CD49-4FD0-BBEC-9CBCA9BE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77">
            <a:extLst xmlns:a="http://schemas.openxmlformats.org/drawingml/2006/main">
              <a:ext uri="{FF2B5EF4-FFF2-40B4-BE49-F238E27FC236}">
                <a16:creationId xmlns:a16="http://schemas.microsoft.com/office/drawing/2014/main" id="{85F8291E-DD34-4BD1-9F0E-84A94B94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ACB52-A4ED-49A7-B73A-EB590484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875D663C-5662-4875-961F-0EA13D92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426166EF-0AB6-4EBB-B03A-376D72FA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四臂差距很小，不能据此排机制强弱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ECCBE-1931-4B71-BD21-3DCF474D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9" name="text-80">
            <a:extLst xmlns:a="http://schemas.openxmlformats.org/drawingml/2006/main">
              <a:ext uri="{FF2B5EF4-FFF2-40B4-BE49-F238E27FC236}">
                <a16:creationId xmlns:a16="http://schemas.microsoft.com/office/drawing/2014/main" id="{34B79224-2198-4E51-AB1F-3AC1D120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38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 / 不可逆环境：差异被放大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096000" y="1771650"/>
          <a:ext xmlns:a="http://schemas.openxmlformats.org/drawingml/2006/main" cx="5524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6a3abb0476448e"/>
          </a:graphicData>
        </a:graphic>
      </p:graphicFrame>
      <p:sp>
        <p:nvSpPr>
          <p:cNvPr id="21" name="text-81">
            <a:extLst xmlns:a="http://schemas.openxmlformats.org/drawingml/2006/main">
              <a:ext uri="{FF2B5EF4-FFF2-40B4-BE49-F238E27FC236}">
                <a16:creationId xmlns:a16="http://schemas.microsoft.com/office/drawing/2014/main" id="{1ECB8A46-BEB9-4EAC-A5AD-D94464CC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22" name="text-82">
            <a:extLst xmlns:a="http://schemas.openxmlformats.org/drawingml/2006/main">
              <a:ext uri="{FF2B5EF4-FFF2-40B4-BE49-F238E27FC236}">
                <a16:creationId xmlns:a16="http://schemas.microsoft.com/office/drawing/2014/main" id="{7E88EC0E-77E6-41F9-A36A-9ECA4C35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该协议下，复用相关的差异被明显放大</a:t>
            </a:r>
          </a:p>
        </p:txBody>
      </p:sp>
    </p:spTree>
    <p:extLst>
      <p:ext uri="{BB962C8B-B14F-4D97-AF65-F5344CB8AC3E}">
        <p14:creationId xmlns:p14="http://schemas.microsoft.com/office/powerpoint/2010/main" val="564575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3">
            <a:extLst xmlns:a="http://schemas.openxmlformats.org/drawingml/2006/main">
              <a:ext uri="{FF2B5EF4-FFF2-40B4-BE49-F238E27FC236}">
                <a16:creationId xmlns:a16="http://schemas.microsoft.com/office/drawing/2014/main" id="{AB981DA1-9763-4694-96E6-3B735692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三层研究地图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D2525CEC-D64C-47AB-A088-6F087B83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EB94BBC1-392D-4B10-9CD0-6E72EB1F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86">
            <a:extLst xmlns:a="http://schemas.openxmlformats.org/drawingml/2006/main">
              <a:ext uri="{FF2B5EF4-FFF2-40B4-BE49-F238E27FC236}">
                <a16:creationId xmlns:a16="http://schemas.microsoft.com/office/drawing/2014/main" id="{D5094DAE-50A2-4BC1-8E92-68E73F1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235DE10D-2E4F-4A21-BABF-CE8234A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B846AA8F-896D-49AA-9B55-0FD1CD14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A1204702-6C7F-4BCA-9DB3-2278E5A4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A7050-489C-440C-8C07-8FA3474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ACA93-6E48-498F-A16D-B867C901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E66E2-D188-4590-82AC-6218987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194F5-8DCF-4283-8327-C37CB251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B7CE2EC6-ACD7-4F21-8816-39308F23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C4AF797B-F1B3-4617-A0DF-1AFCFC13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92">
            <a:extLst xmlns:a="http://schemas.openxmlformats.org/drawingml/2006/main">
              <a:ext uri="{FF2B5EF4-FFF2-40B4-BE49-F238E27FC236}">
                <a16:creationId xmlns:a16="http://schemas.microsoft.com/office/drawing/2014/main" id="{333646BA-7880-40DC-A262-52F2F36D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0F3AA-DD40-411A-85F7-4CAC426C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CF8F6-17B5-4059-9A6D-646B582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1DDF6-2109-4936-BCE6-00623693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45F21-F7AD-4C97-A48C-883E452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93">
            <a:extLst xmlns:a="http://schemas.openxmlformats.org/drawingml/2006/main">
              <a:ext uri="{FF2B5EF4-FFF2-40B4-BE49-F238E27FC236}">
                <a16:creationId xmlns:a16="http://schemas.microsoft.com/office/drawing/2014/main" id="{B3BC1B12-DA07-4C49-AA15-E84B2BD1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94">
            <a:extLst xmlns:a="http://schemas.openxmlformats.org/drawingml/2006/main">
              <a:ext uri="{FF2B5EF4-FFF2-40B4-BE49-F238E27FC236}">
                <a16:creationId xmlns:a16="http://schemas.microsoft.com/office/drawing/2014/main" id="{9DAD2786-9B84-47C1-8414-4D70B7DA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95">
            <a:extLst xmlns:a="http://schemas.openxmlformats.org/drawingml/2006/main">
              <a:ext uri="{FF2B5EF4-FFF2-40B4-BE49-F238E27FC236}">
                <a16:creationId xmlns:a16="http://schemas.microsoft.com/office/drawing/2014/main" id="{ACBD23A6-0C17-4E41-90BD-9D16AAF7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C5860-4410-45BE-807F-95B6CA0F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6F755-23B0-4159-890B-F4100F78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DC6E2-3E4F-4424-BC7D-2FE9D8E6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824466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3A5B810B-42CA-424F-A24A-767192B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Backup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0D0BDCCA-28BC-4381-BAF8-DD848BD8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以下六页不在主线里，用于回答具体提问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7A88A627-C9D8-4F25-8286-6DCB91D7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52101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7B4EE39C-2270-4C34-B78B-72EFDA16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可靠任务反馈的预算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FBB64C0B-A995-4643-9173-772FD3CC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90%；未启用合并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5EFD4422-3831-4127-8198-70552ADE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59a793d3e4435d"/>
          </a:graphicData>
        </a:graphic>
      </p:graphicFrame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067FE2C4-92FA-44CE-BBD7-55934CF2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103">
            <a:extLst xmlns:a="http://schemas.openxmlformats.org/drawingml/2006/main">
              <a:ext uri="{FF2B5EF4-FFF2-40B4-BE49-F238E27FC236}">
                <a16:creationId xmlns:a16="http://schemas.microsoft.com/office/drawing/2014/main" id="{C483C159-2261-4320-95C1-F97E0BCB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104">
            <a:extLst xmlns:a="http://schemas.openxmlformats.org/drawingml/2006/main">
              <a:ext uri="{FF2B5EF4-FFF2-40B4-BE49-F238E27FC236}">
                <a16:creationId xmlns:a16="http://schemas.microsoft.com/office/drawing/2014/main" id="{FA026E5E-DFC7-4BC4-A00A-5583FA6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105">
            <a:extLst xmlns:a="http://schemas.openxmlformats.org/drawingml/2006/main">
              <a:ext uri="{FF2B5EF4-FFF2-40B4-BE49-F238E27FC236}">
                <a16:creationId xmlns:a16="http://schemas.microsoft.com/office/drawing/2014/main" id="{E99E2809-FA05-4662-83A8-485AFE07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8AECB154-A09E-46E2-9B63-1D7C2F13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只说明反馈越多越容易学会；不能推出「结构必须接近完整才能使用」</a:t>
            </a:r>
          </a:p>
        </p:txBody>
      </p:sp>
    </p:spTree>
    <p:extLst>
      <p:ext uri="{BB962C8B-B14F-4D97-AF65-F5344CB8AC3E}">
        <p14:creationId xmlns:p14="http://schemas.microsoft.com/office/powerpoint/2010/main" val="364438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D0BF6D80-027C-4B8A-929B-6CA5F084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同一份历史的两种表示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BA415614-7D68-451F-AF60-5FA1F1F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同样的信息量，两种写法逐动作一致 —— 所以价值不在图这种形式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85D6A43C-588D-496B-BE16-15FA21C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0A5AEFC8-8B02-4176-8FC2-AA33F57D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CE4772D4-D179-4910-85B6-3CC9F9EB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BD1E0-A5D8-4A36-A335-46622D3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7C79D-D8F8-4C28-92F1-85ADF5CC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7C95F-E451-4790-A999-0AA4C021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26BCD-F8A6-4ADD-8DBF-42E45B70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ED2DB-880C-4D85-B7C2-B698A8A9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DC651-8568-4778-81C3-6990A0FA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9CA02-76D9-4C31-828C-2A95CC86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text-112">
            <a:extLst xmlns:a="http://schemas.openxmlformats.org/drawingml/2006/main">
              <a:ext uri="{FF2B5EF4-FFF2-40B4-BE49-F238E27FC236}">
                <a16:creationId xmlns:a16="http://schemas.microsoft.com/office/drawing/2014/main" id="{2F8A5D22-B3C8-4693-B820-A0688F82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text-113">
            <a:extLst xmlns:a="http://schemas.openxmlformats.org/drawingml/2006/main">
              <a:ext uri="{FF2B5EF4-FFF2-40B4-BE49-F238E27FC236}">
                <a16:creationId xmlns:a16="http://schemas.microsoft.com/office/drawing/2014/main" id="{231F61BE-931E-42EA-AF43-0B8FFC75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1" name="text-114">
            <a:extLst xmlns:a="http://schemas.openxmlformats.org/drawingml/2006/main">
              <a:ext uri="{FF2B5EF4-FFF2-40B4-BE49-F238E27FC236}">
                <a16:creationId xmlns:a16="http://schemas.microsoft.com/office/drawing/2014/main" id="{1CD62345-131D-43F4-8334-E1D016D9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8AA7D-FEA9-4777-A37E-6E7D0C22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15">
            <a:extLst xmlns:a="http://schemas.openxmlformats.org/drawingml/2006/main">
              <a:ext uri="{FF2B5EF4-FFF2-40B4-BE49-F238E27FC236}">
                <a16:creationId xmlns:a16="http://schemas.microsoft.com/office/drawing/2014/main" id="{D4254F43-57BC-4C3F-B552-15598D83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4" name="text-116">
            <a:extLst xmlns:a="http://schemas.openxmlformats.org/drawingml/2006/main">
              <a:ext uri="{FF2B5EF4-FFF2-40B4-BE49-F238E27FC236}">
                <a16:creationId xmlns:a16="http://schemas.microsoft.com/office/drawing/2014/main" id="{B4BE4F00-D6B3-48B9-A1CD-2DF6053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5" name="text-117">
            <a:extLst xmlns:a="http://schemas.openxmlformats.org/drawingml/2006/main">
              <a:ext uri="{FF2B5EF4-FFF2-40B4-BE49-F238E27FC236}">
                <a16:creationId xmlns:a16="http://schemas.microsoft.com/office/drawing/2014/main" id="{968856EB-684F-4E4D-ACA0-005A94A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6" name="text-118">
            <a:extLst xmlns:a="http://schemas.openxmlformats.org/drawingml/2006/main">
              <a:ext uri="{FF2B5EF4-FFF2-40B4-BE49-F238E27FC236}">
                <a16:creationId xmlns:a16="http://schemas.microsoft.com/office/drawing/2014/main" id="{F7DAB223-6085-44AE-92AD-8C1F19B8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7" name="text-119">
            <a:extLst xmlns:a="http://schemas.openxmlformats.org/drawingml/2006/main">
              <a:ext uri="{FF2B5EF4-FFF2-40B4-BE49-F238E27FC236}">
                <a16:creationId xmlns:a16="http://schemas.microsoft.com/office/drawing/2014/main" id="{FF0159EF-50DB-4272-A2AE-07F6B89F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1055069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20">
            <a:extLst xmlns:a="http://schemas.openxmlformats.org/drawingml/2006/main">
              <a:ext uri="{FF2B5EF4-FFF2-40B4-BE49-F238E27FC236}">
                <a16:creationId xmlns:a16="http://schemas.microsoft.com/office/drawing/2014/main" id="{A5F11C3F-58FC-4896-9044-EA00B27B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压缩倍数的闭式解释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C4C51D39-CCCC-485E-BF43-8F13BC73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大倍数来自要填多少张表，不需要额外的机制假设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C61F4CA5-595D-4BCE-9B74-873D4B6D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FEC0DB0B-E4F2-404E-A194-4D19C31B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为什么是这个量级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0BD4F04D-A562-4A38-87E5-83DC9287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错误动作 Q 恒为 0；正确动作首次拿到正奖励后 Q = 1，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2243DEB0-CD45-47FB-B03A-3EF6E81A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此后这个状态永远答对</a:t>
            </a:r>
          </a:p>
        </p:txBody>
      </p:sp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C024D787-FA44-4FD0-8739-145E0FDE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未覆盖的状态随机并列，答对一半</a:t>
            </a:r>
          </a:p>
        </p:txBody>
      </p:sp>
      <p:sp>
        <p:nvSpPr>
          <p:cNvPr id="8" name="text-127">
            <a:extLst xmlns:a="http://schemas.openxmlformats.org/drawingml/2006/main">
              <a:ext uri="{FF2B5EF4-FFF2-40B4-BE49-F238E27FC236}">
                <a16:creationId xmlns:a16="http://schemas.microsoft.com/office/drawing/2014/main" id="{8C53E5FD-E3B4-4DB1-B152-8D8B607E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→ 准确率 = (H + c) / 2H，要达 95% 需覆盖 c ≥ 0.9H</a:t>
            </a:r>
          </a:p>
        </p:txBody>
      </p:sp>
      <p:sp>
        <p:nvSpPr>
          <p:cNvPr id="9" name="text-128">
            <a:extLst xmlns:a="http://schemas.openxmlformats.org/drawingml/2006/main">
              <a:ext uri="{FF2B5EF4-FFF2-40B4-BE49-F238E27FC236}">
                <a16:creationId xmlns:a16="http://schemas.microsoft.com/office/drawing/2014/main" id="{44439268-7704-4DE8-9D2F-CD4A680F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已覆盖 i 格时新覆盖一格的概率 = (H − i) / 2H</a:t>
            </a:r>
          </a:p>
        </p:txBody>
      </p:sp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C41BFDDD-FEC7-4158-B35B-04449196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→ 期望等待 2H / (H − i)</a:t>
            </a:r>
          </a:p>
        </p:txBody>
      </p:sp>
      <p:sp>
        <p:nvSpPr>
          <p:cNvPr id="11" name="text-130">
            <a:extLst xmlns:a="http://schemas.openxmlformats.org/drawingml/2006/main">
              <a:ext uri="{FF2B5EF4-FFF2-40B4-BE49-F238E27FC236}">
                <a16:creationId xmlns:a16="http://schemas.microsoft.com/office/drawing/2014/main" id="{2CEDBBB6-3430-4A7C-B80F-A19C700D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T95 = Σ 2H/(H − i)，i = 0 … ⌈0.9H⌉ − 1</a:t>
            </a:r>
          </a:p>
        </p:txBody>
      </p: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28868C21-92DF-4BCE-B778-1A09A57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H = n! = 6 / 24 / 120；压缩后 H = 2 → 6.0 幕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191250" y="1714500"/>
          <a:ext xmlns:a="http://schemas.openxmlformats.org/drawingml/2006/main" cx="53911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d78b1ac6d94ad7"/>
          </a:graphicData>
        </a:graphic>
      </p:graphicFrame>
      <p:sp>
        <p:nvSpPr>
          <p:cNvPr id="14" name="text-132">
            <a:extLst xmlns:a="http://schemas.openxmlformats.org/drawingml/2006/main">
              <a:ext uri="{FF2B5EF4-FFF2-40B4-BE49-F238E27FC236}">
                <a16:creationId xmlns:a16="http://schemas.microsoft.com/office/drawing/2014/main" id="{CA39E956-53C1-44E2-A3EA-1965121A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理论倍数 90.63×　　实测 89.75×</a:t>
            </a:r>
          </a:p>
        </p:txBody>
      </p:sp>
    </p:spTree>
    <p:extLst>
      <p:ext uri="{BB962C8B-B14F-4D97-AF65-F5344CB8AC3E}">
        <p14:creationId xmlns:p14="http://schemas.microsoft.com/office/powerpoint/2010/main" val="8905597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33">
            <a:extLst xmlns:a="http://schemas.openxmlformats.org/drawingml/2006/main">
              <a:ext uri="{FF2B5EF4-FFF2-40B4-BE49-F238E27FC236}">
                <a16:creationId xmlns:a16="http://schemas.microsoft.com/office/drawing/2014/main" id="{4CC2813B-02C6-4694-A41A-9214CA39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合并审计的完整口径</a:t>
            </a:r>
          </a:p>
        </p:txBody>
      </p:sp>
      <p:sp>
        <p:nvSpPr>
          <p:cNvPr id="2" name="text-134">
            <a:extLst xmlns:a="http://schemas.openxmlformats.org/drawingml/2006/main">
              <a:ext uri="{FF2B5EF4-FFF2-40B4-BE49-F238E27FC236}">
                <a16:creationId xmlns:a16="http://schemas.microsoft.com/office/drawing/2014/main" id="{9040EB93-4694-4B4D-99B3-F23630EA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裁决正确 = 借来的答案与真裁决一致；归属正确 = 被合并的伙伴确实是同一任务状态</a:t>
            </a:r>
          </a:p>
        </p:txBody>
      </p:sp>
      <p:sp>
        <p:nvSpPr>
          <p:cNvPr id="3" name="text-135">
            <a:extLst xmlns:a="http://schemas.openxmlformats.org/drawingml/2006/main">
              <a:ext uri="{FF2B5EF4-FFF2-40B4-BE49-F238E27FC236}">
                <a16:creationId xmlns:a16="http://schemas.microsoft.com/office/drawing/2014/main" id="{FE600DB8-1138-48BA-B151-320FEC1C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text-136">
            <a:extLst xmlns:a="http://schemas.openxmlformats.org/drawingml/2006/main">
              <a:ext uri="{FF2B5EF4-FFF2-40B4-BE49-F238E27FC236}">
                <a16:creationId xmlns:a16="http://schemas.microsoft.com/office/drawing/2014/main" id="{D4474A65-F647-4A9B-AFA9-F37DDF73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137">
            <a:extLst xmlns:a="http://schemas.openxmlformats.org/drawingml/2006/main">
              <a:ext uri="{FF2B5EF4-FFF2-40B4-BE49-F238E27FC236}">
                <a16:creationId xmlns:a16="http://schemas.microsoft.com/office/drawing/2014/main" id="{8B976E27-5353-45C3-8C07-68A28A9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138">
            <a:extLst xmlns:a="http://schemas.openxmlformats.org/drawingml/2006/main">
              <a:ext uri="{FF2B5EF4-FFF2-40B4-BE49-F238E27FC236}">
                <a16:creationId xmlns:a16="http://schemas.microsoft.com/office/drawing/2014/main" id="{D7FBC6AA-0C29-4ACA-A743-AD86968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2c97e2ef534b7a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41960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190a621a9e43e5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2486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d3881ec7a04393"/>
          </a:graphicData>
        </a:graphic>
      </p:graphicFrame>
      <p:sp>
        <p:nvSpPr>
          <p:cNvPr id="10" name="text-139">
            <a:extLst xmlns:a="http://schemas.openxmlformats.org/drawingml/2006/main">
              <a:ext uri="{FF2B5EF4-FFF2-40B4-BE49-F238E27FC236}">
                <a16:creationId xmlns:a16="http://schemas.microsoft.com/office/drawing/2014/main" id="{EF3485C5-58CF-4A02-8853-F30AEFFA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236 次强制合并中 140 次把真状态不同的历史证成同态；在线 k_min 为 8–12，真状态数 19–27</a:t>
            </a:r>
          </a:p>
        </p:txBody>
      </p:sp>
      <p:sp>
        <p:nvSpPr>
          <p:cNvPr id="11" name="text-140">
            <a:extLst xmlns:a="http://schemas.openxmlformats.org/drawingml/2006/main">
              <a:ext uri="{FF2B5EF4-FFF2-40B4-BE49-F238E27FC236}">
                <a16:creationId xmlns:a16="http://schemas.microsoft.com/office/drawing/2014/main" id="{21492395-4B40-4717-B8F1-5125A029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不达标：节省 16.9% &lt; 20%；错误裁决 47；错误归属 140；敏感性上界 23.6% 仍不达标</a:t>
            </a:r>
          </a:p>
        </p:txBody>
      </p:sp>
    </p:spTree>
    <p:extLst>
      <p:ext uri="{BB962C8B-B14F-4D97-AF65-F5344CB8AC3E}">
        <p14:creationId xmlns:p14="http://schemas.microsoft.com/office/powerpoint/2010/main" val="13811585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41">
            <a:extLst xmlns:a="http://schemas.openxmlformats.org/drawingml/2006/main">
              <a:ext uri="{FF2B5EF4-FFF2-40B4-BE49-F238E27FC236}">
                <a16:creationId xmlns:a16="http://schemas.microsoft.com/office/drawing/2014/main" id="{02C53554-7A3E-4416-BB75-B5019045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结构利用五臂完整数值</a:t>
            </a:r>
          </a:p>
        </p:txBody>
      </p:sp>
      <p:sp>
        <p:nvSpPr>
          <p:cNvPr id="2" name="text-142">
            <a:extLst xmlns:a="http://schemas.openxmlformats.org/drawingml/2006/main">
              <a:ext uri="{FF2B5EF4-FFF2-40B4-BE49-F238E27FC236}">
                <a16:creationId xmlns:a16="http://schemas.microsoft.com/office/drawing/2014/main" id="{7EA8FDE2-77FF-4A1B-BA6A-AA7666A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AUC 接近天花板，不能据此排序机制强弱</a:t>
            </a:r>
          </a:p>
        </p:txBody>
      </p:sp>
      <p:sp>
        <p:nvSpPr>
          <p:cNvPr id="3" name="text-143">
            <a:extLst xmlns:a="http://schemas.openxmlformats.org/drawingml/2006/main">
              <a:ext uri="{FF2B5EF4-FFF2-40B4-BE49-F238E27FC236}">
                <a16:creationId xmlns:a16="http://schemas.microsoft.com/office/drawing/2014/main" id="{9D132220-4920-4B2E-9440-72BA28E0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4" name="text-144">
            <a:extLst xmlns:a="http://schemas.openxmlformats.org/drawingml/2006/main">
              <a:ext uri="{FF2B5EF4-FFF2-40B4-BE49-F238E27FC236}">
                <a16:creationId xmlns:a16="http://schemas.microsoft.com/office/drawing/2014/main" id="{FC7810F3-6D21-444C-ABA7-E53F4129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45">
            <a:extLst xmlns:a="http://schemas.openxmlformats.org/drawingml/2006/main">
              <a:ext uri="{FF2B5EF4-FFF2-40B4-BE49-F238E27FC236}">
                <a16:creationId xmlns:a16="http://schemas.microsoft.com/office/drawing/2014/main" id="{81AAE5AE-A58F-425D-A5FF-091CC58D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13F0B987-4EB7-425A-9138-0AC68D2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47">
            <a:extLst xmlns:a="http://schemas.openxmlformats.org/drawingml/2006/main">
              <a:ext uri="{FF2B5EF4-FFF2-40B4-BE49-F238E27FC236}">
                <a16:creationId xmlns:a16="http://schemas.microsoft.com/office/drawing/2014/main" id="{79B5F8DC-62C5-4786-8317-8927680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CBA6E-D135-4A20-A562-E04F1064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48">
            <a:extLst xmlns:a="http://schemas.openxmlformats.org/drawingml/2006/main">
              <a:ext uri="{FF2B5EF4-FFF2-40B4-BE49-F238E27FC236}">
                <a16:creationId xmlns:a16="http://schemas.microsoft.com/office/drawing/2014/main" id="{ED0E9DC3-B552-4C1D-8440-2095AA8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49">
            <a:extLst xmlns:a="http://schemas.openxmlformats.org/drawingml/2006/main">
              <a:ext uri="{FF2B5EF4-FFF2-40B4-BE49-F238E27FC236}">
                <a16:creationId xmlns:a16="http://schemas.microsoft.com/office/drawing/2014/main" id="{934957E7-CAF7-4BAA-AC0C-8135ABE4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50">
            <a:extLst xmlns:a="http://schemas.openxmlformats.org/drawingml/2006/main">
              <a:ext uri="{FF2B5EF4-FFF2-40B4-BE49-F238E27FC236}">
                <a16:creationId xmlns:a16="http://schemas.microsoft.com/office/drawing/2014/main" id="{183BEB91-69C0-424D-B2D2-7DC93478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4C8F0-E723-4DAF-9D2E-856B56A2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F2143A61-4EC4-4ED7-879A-7E42E692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BC7644B2-5574-42FF-821F-6C7A33CB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53">
            <a:extLst xmlns:a="http://schemas.openxmlformats.org/drawingml/2006/main">
              <a:ext uri="{FF2B5EF4-FFF2-40B4-BE49-F238E27FC236}">
                <a16:creationId xmlns:a16="http://schemas.microsoft.com/office/drawing/2014/main" id="{58B89F7E-BE1E-4509-AC4E-5FBFE886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F7146-2DC1-4123-A4A6-CB5E0C39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4124EDBE-1AB8-4327-923F-A4140C79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99738965-DE17-45F0-9E95-C9502717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73965A9B-B276-4A12-804E-D1FB3098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D2BB2-81D6-4F62-9CB5-E7486AC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568662BE-B268-4364-BC8D-806A3F83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8168704B-B34F-46F8-AF06-9F8430D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59">
            <a:extLst xmlns:a="http://schemas.openxmlformats.org/drawingml/2006/main">
              <a:ext uri="{FF2B5EF4-FFF2-40B4-BE49-F238E27FC236}">
                <a16:creationId xmlns:a16="http://schemas.microsoft.com/office/drawing/2014/main" id="{364FC313-A893-4C82-BD80-8646EEE1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60">
            <a:extLst xmlns:a="http://schemas.openxmlformats.org/drawingml/2006/main">
              <a:ext uri="{FF2B5EF4-FFF2-40B4-BE49-F238E27FC236}">
                <a16:creationId xmlns:a16="http://schemas.microsoft.com/office/drawing/2014/main" id="{0B40720E-0693-4DB1-9A62-BFD2ECCB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bbeee803c3481a"/>
          </a:graphicData>
        </a:graphic>
      </p:graphicFrame>
      <p:sp>
        <p:nvSpPr>
          <p:cNvPr id="26" name="text-161">
            <a:extLst xmlns:a="http://schemas.openxmlformats.org/drawingml/2006/main">
              <a:ext uri="{FF2B5EF4-FFF2-40B4-BE49-F238E27FC236}">
                <a16:creationId xmlns:a16="http://schemas.microsoft.com/office/drawing/2014/main" id="{53C7C2A2-0F11-4933-ACDC-49A9AF76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62">
            <a:extLst xmlns:a="http://schemas.openxmlformats.org/drawingml/2006/main">
              <a:ext uri="{FF2B5EF4-FFF2-40B4-BE49-F238E27FC236}">
                <a16:creationId xmlns:a16="http://schemas.microsoft.com/office/drawing/2014/main" id="{81394D5C-5BE1-4CA8-AA12-86B0A11C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2051276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33B68FCC-904F-4737-8F54-DFB9E56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危险格剂量扫描</a:t>
            </a:r>
          </a:p>
        </p:txBody>
      </p:sp>
      <p:sp>
        <p:nvSpPr>
          <p:cNvPr id="2" name="text-164">
            <a:extLst xmlns:a="http://schemas.openxmlformats.org/drawingml/2006/main">
              <a:ext uri="{FF2B5EF4-FFF2-40B4-BE49-F238E27FC236}">
                <a16:creationId xmlns:a16="http://schemas.microsoft.com/office/drawing/2014/main" id="{64B30216-078C-4AA8-92B4-E132452F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万步预算；逐种子记录已缺失，不能重算区间</a:t>
            </a:r>
          </a:p>
        </p:txBody>
      </p:sp>
      <p:sp>
        <p:nvSpPr>
          <p:cNvPr id="3" name="text-165">
            <a:extLst xmlns:a="http://schemas.openxmlformats.org/drawingml/2006/main">
              <a:ext uri="{FF2B5EF4-FFF2-40B4-BE49-F238E27FC236}">
                <a16:creationId xmlns:a16="http://schemas.microsoft.com/office/drawing/2014/main" id="{991CC46D-A67E-4FA2-B9D3-B2577A5B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6e2140038e4f2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5590C-7346-4FAA-B8C1-2FCF9F0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66">
            <a:extLst xmlns:a="http://schemas.openxmlformats.org/drawingml/2006/main">
              <a:ext uri="{FF2B5EF4-FFF2-40B4-BE49-F238E27FC236}">
                <a16:creationId xmlns:a16="http://schemas.microsoft.com/office/drawing/2014/main" id="{510FDCE2-8807-421C-8AED-5A7CCD98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67">
            <a:extLst xmlns:a="http://schemas.openxmlformats.org/drawingml/2006/main">
              <a:ext uri="{FF2B5EF4-FFF2-40B4-BE49-F238E27FC236}">
                <a16:creationId xmlns:a16="http://schemas.microsoft.com/office/drawing/2014/main" id="{41DBE55C-FF96-453F-9EE8-B39FE5AD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1463792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2026-09-16T05:19:44.3100000Z</dcterms:created>
  <dcterms:modified xsi:type="dcterms:W3CDTF">2026-09-16T05:19:44.3100000Z</dcterms:modified>
</coreProperties>
</file>