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d0bf299de4496" /><Relationship Type="http://schemas.openxmlformats.org/officeDocument/2006/relationships/extended-properties" Target="/docProps/app.xml" Id="R6d2daa34937f45f1" /><Relationship Type="http://schemas.openxmlformats.org/officeDocument/2006/relationships/officeDocument" Target="/ppt/presentation.xml" Id="Rf6e6f18ca80e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eb1efb0504c01"/>
  </p:sldMasterIdLst>
  <p:notesMasterIdLst>
    <p:notesMasterId xmlns:r="http://schemas.openxmlformats.org/officeDocument/2006/relationships" r:id="R43096981fa464733"/>
  </p:notesMasterIdLst>
  <p:sldIdLst>
    <p:sldId xmlns:r="http://schemas.openxmlformats.org/officeDocument/2006/relationships" id="256" r:id="R45608b90a5af4841"/>
    <p:sldId xmlns:r="http://schemas.openxmlformats.org/officeDocument/2006/relationships" id="257" r:id="Rb1ad2d0f6a354cfa"/>
    <p:sldId xmlns:r="http://schemas.openxmlformats.org/officeDocument/2006/relationships" id="258" r:id="Rbddb60eeab2d45cd"/>
    <p:sldId xmlns:r="http://schemas.openxmlformats.org/officeDocument/2006/relationships" id="259" r:id="R42aebde2da2f4b0c"/>
    <p:sldId xmlns:r="http://schemas.openxmlformats.org/officeDocument/2006/relationships" id="260" r:id="R263efce1a0cc4214"/>
    <p:sldId xmlns:r="http://schemas.openxmlformats.org/officeDocument/2006/relationships" id="261" r:id="R8d46e3c1b17c4614"/>
    <p:sldId xmlns:r="http://schemas.openxmlformats.org/officeDocument/2006/relationships" id="262" r:id="R71eb6fff45df420f"/>
    <p:sldId xmlns:r="http://schemas.openxmlformats.org/officeDocument/2006/relationships" id="263" r:id="Rdf4db69b88ee4df0"/>
    <p:sldId xmlns:r="http://schemas.openxmlformats.org/officeDocument/2006/relationships" id="264" r:id="R0ead4718f1824694"/>
    <p:sldId xmlns:r="http://schemas.openxmlformats.org/officeDocument/2006/relationships" id="265" r:id="R22ddc68e5e1b4fbe"/>
    <p:sldId xmlns:r="http://schemas.openxmlformats.org/officeDocument/2006/relationships" id="266" r:id="Rc82392b04e4748ec"/>
    <p:sldId xmlns:r="http://schemas.openxmlformats.org/officeDocument/2006/relationships" id="267" r:id="R0ac5dcad4a514348"/>
    <p:sldId xmlns:r="http://schemas.openxmlformats.org/officeDocument/2006/relationships" id="268" r:id="Rc4aabb5606f34f87"/>
    <p:sldId xmlns:r="http://schemas.openxmlformats.org/officeDocument/2006/relationships" id="269" r:id="R882f7069f93c4f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3a5f7b84a421b" /><Relationship Type="http://schemas.openxmlformats.org/officeDocument/2006/relationships/slideMaster" Target="/ppt/slideMasters/slideMaster1.xml" Id="Rfb5eb1efb0504c01" /><Relationship Type="http://schemas.openxmlformats.org/officeDocument/2006/relationships/notesMaster" Target="/ppt/notesMasters/notesMaster1.xml" Id="R43096981fa464733" /><Relationship Type="http://schemas.openxmlformats.org/officeDocument/2006/relationships/presProps" Target="/ppt/presProps.xml" Id="Rbfadd77e3cca4db1" /><Relationship Type="http://schemas.openxmlformats.org/officeDocument/2006/relationships/tableStyles" Target="/ppt/tableStyles.xml" Id="R46137258c4974117" /><Relationship Type="http://schemas.openxmlformats.org/officeDocument/2006/relationships/slide" Target="/ppt/slides/slide1.xml" Id="R45608b90a5af4841" /><Relationship Type="http://schemas.openxmlformats.org/officeDocument/2006/relationships/slide" Target="/ppt/slides/slide2.xml" Id="Rb1ad2d0f6a354cfa" /><Relationship Type="http://schemas.openxmlformats.org/officeDocument/2006/relationships/slide" Target="/ppt/slides/slide3.xml" Id="Rbddb60eeab2d45cd" /><Relationship Type="http://schemas.openxmlformats.org/officeDocument/2006/relationships/slide" Target="/ppt/slides/slide4.xml" Id="R42aebde2da2f4b0c" /><Relationship Type="http://schemas.openxmlformats.org/officeDocument/2006/relationships/slide" Target="/ppt/slides/slide5.xml" Id="R263efce1a0cc4214" /><Relationship Type="http://schemas.openxmlformats.org/officeDocument/2006/relationships/slide" Target="/ppt/slides/slide6.xml" Id="R8d46e3c1b17c4614" /><Relationship Type="http://schemas.openxmlformats.org/officeDocument/2006/relationships/slide" Target="/ppt/slides/slide7.xml" Id="R71eb6fff45df420f" /><Relationship Type="http://schemas.openxmlformats.org/officeDocument/2006/relationships/slide" Target="/ppt/slides/slide8.xml" Id="Rdf4db69b88ee4df0" /><Relationship Type="http://schemas.openxmlformats.org/officeDocument/2006/relationships/slide" Target="/ppt/slides/slide9.xml" Id="R0ead4718f1824694" /><Relationship Type="http://schemas.openxmlformats.org/officeDocument/2006/relationships/slide" Target="/ppt/slides/slide10.xml" Id="R22ddc68e5e1b4fbe" /><Relationship Type="http://schemas.openxmlformats.org/officeDocument/2006/relationships/slide" Target="/ppt/slides/slide11.xml" Id="Rc82392b04e4748ec" /><Relationship Type="http://schemas.openxmlformats.org/officeDocument/2006/relationships/slide" Target="/ppt/slides/slide12.xml" Id="R0ac5dcad4a514348" /><Relationship Type="http://schemas.openxmlformats.org/officeDocument/2006/relationships/slide" Target="/ppt/slides/slide13.xml" Id="Rc4aabb5606f34f87" /><Relationship Type="http://schemas.openxmlformats.org/officeDocument/2006/relationships/slide" Target="/ppt/slides/slide14.xml" Id="R882f7069f93c4f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8c232279b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eb52f72f4948c8" /><Relationship Type="http://schemas.openxmlformats.org/officeDocument/2006/relationships/notesMaster" Target="/ppt/notesMasters/notesMaster1.xml" Id="Rf5f91804a517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66a84a5f2f4dea" /><Relationship Type="http://schemas.openxmlformats.org/officeDocument/2006/relationships/notesMaster" Target="/ppt/notesMasters/notesMaster1.xml" Id="R7caccb794263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b189170ecf48ee" /><Relationship Type="http://schemas.openxmlformats.org/officeDocument/2006/relationships/notesMaster" Target="/ppt/notesMasters/notesMaster1.xml" Id="R69ea050c5b5e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4a6e8c2be4d7e" /><Relationship Type="http://schemas.openxmlformats.org/officeDocument/2006/relationships/notesMaster" Target="/ppt/notesMasters/notesMaster1.xml" Id="R393d0e494ba842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87c1f829824708" /><Relationship Type="http://schemas.openxmlformats.org/officeDocument/2006/relationships/notesMaster" Target="/ppt/notesMasters/notesMaster1.xml" Id="Raa5e8a21cf4445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976ff4b894048" /><Relationship Type="http://schemas.openxmlformats.org/officeDocument/2006/relationships/notesMaster" Target="/ppt/notesMasters/notesMaster1.xml" Id="R4eb7bd08230447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fbc481a6bf41c3" /><Relationship Type="http://schemas.openxmlformats.org/officeDocument/2006/relationships/notesMaster" Target="/ppt/notesMasters/notesMaster1.xml" Id="Rd04acf624f794c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988ab41a8143e5" /><Relationship Type="http://schemas.openxmlformats.org/officeDocument/2006/relationships/notesMaster" Target="/ppt/notesMasters/notesMaster1.xml" Id="R59e2fc5ba9d84f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0a68c0e9645a1" /><Relationship Type="http://schemas.openxmlformats.org/officeDocument/2006/relationships/notesMaster" Target="/ppt/notesMasters/notesMaster1.xml" Id="Rf8aa830284e34b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423ea576484967" /><Relationship Type="http://schemas.openxmlformats.org/officeDocument/2006/relationships/notesMaster" Target="/ppt/notesMasters/notesMaster1.xml" Id="R4253c207c95d47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2d7618b11d47bf" /><Relationship Type="http://schemas.openxmlformats.org/officeDocument/2006/relationships/notesMaster" Target="/ppt/notesMasters/notesMaster1.xml" Id="Ra710c796441847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6afb02b9774069" /><Relationship Type="http://schemas.openxmlformats.org/officeDocument/2006/relationships/notesMaster" Target="/ppt/notesMasters/notesMaster1.xml" Id="R6199ed0268e248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5b295ea7c1458c" /><Relationship Type="http://schemas.openxmlformats.org/officeDocument/2006/relationships/notesMaster" Target="/ppt/notesMasters/notesMaster1.xml" Id="R5aab4e6bd4dd41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27a659e20c4fce" /><Relationship Type="http://schemas.openxmlformats.org/officeDocument/2006/relationships/notesMaster" Target="/ppt/notesMasters/notesMaster1.xml" Id="R69629eaf9908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，不是实际训练付费减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30d21aa2b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640ad6cf4c4623" /><Relationship Type="http://schemas.openxmlformats.org/officeDocument/2006/relationships/slideLayout" Target="/ppt/slideLayouts/slideLayout1.xml" Id="Rc6eaa9e45fe746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aa9e45fe746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ad90a08be4c59" /><Relationship Type="http://schemas.openxmlformats.org/officeDocument/2006/relationships/notesSlide" Target="/ppt/notesSlides/notesSlide1.xml" Id="Ra1f4b2b29d39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6ecdfd1614337" /><Relationship Type="http://schemas.openxmlformats.org/officeDocument/2006/relationships/chart" Target="/ppt/slides/charts/chart1.xml" Id="R2e785d2c3f5f4ddc" /><Relationship Type="http://schemas.openxmlformats.org/officeDocument/2006/relationships/chart" Target="/ppt/slides/charts/chart2.xml" Id="Ra6fdb7097bca4f05" /><Relationship Type="http://schemas.openxmlformats.org/officeDocument/2006/relationships/notesSlide" Target="/ppt/notesSlides/notesSlide2.xml" Id="R41376e845e90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3de50593d4916" /><Relationship Type="http://schemas.openxmlformats.org/officeDocument/2006/relationships/notesSlide" Target="/ppt/notesSlides/notesSlide3.xml" Id="R61f699ded61c45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46b131d4b44fd" /><Relationship Type="http://schemas.openxmlformats.org/officeDocument/2006/relationships/notesSlide" Target="/ppt/notesSlides/notesSlide4.xml" Id="Rf56fcbdf701d42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f28714f67483d" /><Relationship Type="http://schemas.openxmlformats.org/officeDocument/2006/relationships/notesSlide" Target="/ppt/notesSlides/notesSlide5.xml" Id="R9efd2c7a586441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02508000745d5" /><Relationship Type="http://schemas.openxmlformats.org/officeDocument/2006/relationships/notesSlide" Target="/ppt/notesSlides/notesSlide6.xml" Id="Re195bc281c2e4f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d01d1c3b49df" /><Relationship Type="http://schemas.openxmlformats.org/officeDocument/2006/relationships/chart" Target="/ppt/slides/charts/chart3.xml" Id="Raa2ccbc7636d4b4a" /><Relationship Type="http://schemas.openxmlformats.org/officeDocument/2006/relationships/notesSlide" Target="/ppt/notesSlides/notesSlide7.xml" Id="R54acdc172a994a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b25c03f3244dd" /><Relationship Type="http://schemas.openxmlformats.org/officeDocument/2006/relationships/notesSlide" Target="/ppt/notesSlides/notesSlide8.xml" Id="R842021d1a4e047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d309bfa54a03" /><Relationship Type="http://schemas.openxmlformats.org/officeDocument/2006/relationships/chart" Target="/ppt/slides/charts/chart4.xml" Id="Rc4d30dbe73ce4fab" /><Relationship Type="http://schemas.openxmlformats.org/officeDocument/2006/relationships/chart" Target="/ppt/slides/charts/chart5.xml" Id="Ra3e5be6c52b241c1" /><Relationship Type="http://schemas.openxmlformats.org/officeDocument/2006/relationships/chart" Target="/ppt/slides/charts/chart6.xml" Id="R21d57043e87d4d83" /><Relationship Type="http://schemas.openxmlformats.org/officeDocument/2006/relationships/notesSlide" Target="/ppt/notesSlides/notesSlide9.xml" Id="R636b23bf2b6d4b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5bbdc30e14b6f" /><Relationship Type="http://schemas.openxmlformats.org/officeDocument/2006/relationships/chart" Target="/ppt/slides/charts/chart7.xml" Id="Rf74de5f51c2645f8" /><Relationship Type="http://schemas.openxmlformats.org/officeDocument/2006/relationships/notesSlide" Target="/ppt/notesSlides/notesSlide10.xml" Id="R64c300aadcd54f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b371778ab4619" /><Relationship Type="http://schemas.openxmlformats.org/officeDocument/2006/relationships/chart" Target="/ppt/slides/charts/chart8.xml" Id="Rab69c0781e4a40c5" /><Relationship Type="http://schemas.openxmlformats.org/officeDocument/2006/relationships/notesSlide" Target="/ppt/notesSlides/notesSlide11.xml" Id="Re775c041d64d45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47f618d145c7" /><Relationship Type="http://schemas.openxmlformats.org/officeDocument/2006/relationships/chart" Target="/ppt/slides/charts/chart9.xml" Id="Ra25f729aa1c144fc" /><Relationship Type="http://schemas.openxmlformats.org/officeDocument/2006/relationships/notesSlide" Target="/ppt/notesSlides/notesSlide12.xml" Id="R143c7caba1d04c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0a3913864d6b" /><Relationship Type="http://schemas.openxmlformats.org/officeDocument/2006/relationships/chart" Target="/ppt/slides/charts/chart10.xml" Id="R0e1b287e975f4aa0" /><Relationship Type="http://schemas.openxmlformats.org/officeDocument/2006/relationships/notesSlide" Target="/ppt/notesSlides/notesSlide13.xml" Id="R63d18a4dda2d4d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5e53406e442d7" /><Relationship Type="http://schemas.openxmlformats.org/officeDocument/2006/relationships/notesSlide" Target="/ppt/notesSlides/notesSlide14.xml" Id="R5285f06a17714b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DF58CC8B-55D1-4884-9EC7-FBC61499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A22E82A-FFB8-4E41-9CEB-5BA276F0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012F4CE-E963-4FD5-9706-F472FF4B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3D553-0A04-40AD-B75B-F58A3900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94EE9-9100-4DEC-BC81-BEE28DE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D1408-351A-4DF9-A817-D0B673C5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59080-2F79-4E72-8964-EB8EAF8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E7809-12B7-4704-94D2-6586C3B6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39A21-6905-4A1C-A605-CA5D94B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029E1-0191-426F-BA48-A6E44EF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75605-FBA7-4531-BA42-FC742C0E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E9367-5DAB-48E7-9283-7B131C0C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F3B40-D253-4DCB-AA41-4C27CCE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081CD-BC46-4002-8A1B-8422EDD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2503B-C69A-4EBD-BED5-7E2EB554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38B84-2ABC-4793-BF4C-CB514776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72EEA-E593-443C-B615-BAC1713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5B981-5725-4F83-AA07-EB630B5B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76A4D-9CE3-4E0F-A287-112E12C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E6E20-2B4F-48E6-94FA-D504BD23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5BEF5-6A2E-4381-B881-2B23104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1E6FF-9185-47B8-A6B9-2FC9D88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DDA6C-3215-41B1-BD27-7DD1B19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E00DF-0FBB-4325-90F4-E2804532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A359F-1241-41E9-AC6E-E9E1669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035B5-D8F9-4AEE-A6D2-85AB071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A287B-2092-4EF3-8141-016B4F3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D178CE-64F7-4EF7-8C73-90945290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B84E5-E992-4F23-820E-229A0D6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91D02-05B4-4103-BE15-2B31DB4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29CB7-BF9E-44C9-A039-BF093A2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A6AD3-5B82-4ECE-A878-6267B22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007CCD-A216-4B00-91F3-D43F5C3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50799-4753-4619-9E39-8AD7059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F690A-70A4-4683-88DF-DA31E52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197B33-F0C1-499B-81E7-10D930E2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CA4140-0F4A-447D-8AEF-B3061A7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97715D-CA81-477A-AA51-6D0D9EC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722B3-E300-4BAB-B70A-435A0C3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0B3ED7E7-6A5C-493A-AD8F-6DEB8DE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E153CDC9-890D-4C1A-88DE-21739731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5A3FDDEC-1C86-43DE-9240-44D0A1F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DFC14E8D-88D9-4F23-99EB-0DB68D59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0337A06D-1F4C-476D-9C33-F9A4A324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DD5902F5-09CA-4DA0-BAC4-695E2E5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E08FA9-E5B0-49F4-B2EF-D2076731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FFE5C8-5916-4C7C-AAD3-AB1182F8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D9EDEC-BE4D-4F8F-BD74-EAA9D58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2A5902-8BA7-4810-A5D2-FCE08094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7019444A-A796-4145-B0DF-9C30B647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5E555D85-234C-466A-AE99-C6B6C0B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682944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F8A18D13-E620-4035-BDA4-6AB91E7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CEEC234D-0E32-444F-972D-99FA6F1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E6D7B064-6D76-42A5-BA26-7F2F450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C2601B2B-0DDC-48E9-A174-A084D12E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D2F2D552-FFC0-41D1-B55A-D5F8D97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785d2c3f5f4ddc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fdb7097bca4f05"/>
          </a:graphicData>
        </a:graphic>
      </p:graphicFrame>
    </p:spTree>
    <p:extLst>
      <p:ext uri="{BB962C8B-B14F-4D97-AF65-F5344CB8AC3E}">
        <p14:creationId xmlns:p14="http://schemas.microsoft.com/office/powerpoint/2010/main" val="1843169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DDB8449A-AE7B-45F0-B282-A879074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14058DF1-FA7E-4309-AC5D-0556FDD8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A534DD16-5FEB-4506-92D6-06E58C9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D2E84475-5BC7-41E8-844F-F332485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20913AC2-E59F-4165-A89E-48502AA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3856C97C-E665-4945-89F3-AF222C85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DCA76-55C0-4DC1-8B32-2B719985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7391E7C7-FE67-4A14-A404-C3AC28E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045C4A7D-4D45-4DC2-8129-27FC297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D95C2-B5BC-40CB-B005-EB64EC7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5ECF0E96-FAB1-4F2F-9FF7-8C0316B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9F58BD2E-77DA-43E8-A059-0D0DAF2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C0804-3A17-4B17-82C9-F3D75894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9EDE603A-E63F-47E4-B140-78D055D2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D08E034A-A946-4AAA-809F-D9EA689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AF5B7-FD06-4121-ABED-679DD85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241177FB-D47F-46D0-852B-E370E70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45D19A9A-C3D3-4F8F-95EC-CCA0ACD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3095B9E8-1E29-458E-9EF6-BE61099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3EDA3-CB2A-43B6-B43A-6B04593D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2DBCD-134B-4DBF-A505-9250A798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183EB-6B7A-4AD7-B9C0-611B8C1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5A7EB-1DE1-4CBB-ADED-CD24CF11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F3BD2F66-53BF-4738-AA58-D46D892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BCC05506-0760-4C1C-A98D-AA0FA30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DBA33E47-3454-4242-84B1-05119D7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35848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5">
            <a:extLst xmlns:a="http://schemas.openxmlformats.org/drawingml/2006/main">
              <a:ext uri="{FF2B5EF4-FFF2-40B4-BE49-F238E27FC236}">
                <a16:creationId xmlns:a16="http://schemas.microsoft.com/office/drawing/2014/main" id="{E4DAE861-2A3A-4A88-BE80-E1401B1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59A0DB58-9BE9-4810-A342-C87B023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01932A05-EB80-49E9-997A-C20B5250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BC679924-5CCC-4CEA-9EA7-2562AED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B8D94047-AA71-4CC6-AC8B-BD3A0A5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70A71-26C9-439D-9ED9-CF9F669C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32ADF-F181-4202-AC3F-179651B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455FF-7A07-4857-AFE4-A19A347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25BB9-2B6C-4173-9E5C-7225DFBA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BEE8A-7F97-4078-A2BB-1D27BEE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3E174-FADE-4347-8638-165AB6E7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6" name="text-40">
            <a:extLst xmlns:a="http://schemas.openxmlformats.org/drawingml/2006/main">
              <a:ext uri="{FF2B5EF4-FFF2-40B4-BE49-F238E27FC236}">
                <a16:creationId xmlns:a16="http://schemas.microsoft.com/office/drawing/2014/main" id="{BDD150EF-EF3E-4997-9167-09E617D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E3211272-209C-4289-A973-A0C02D8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9DDD74B8-8592-41F5-BC05-90075E1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</p:spTree>
    <p:extLst>
      <p:ext uri="{BB962C8B-B14F-4D97-AF65-F5344CB8AC3E}">
        <p14:creationId xmlns:p14="http://schemas.microsoft.com/office/powerpoint/2010/main" val="587482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3">
            <a:extLst xmlns:a="http://schemas.openxmlformats.org/drawingml/2006/main">
              <a:ext uri="{FF2B5EF4-FFF2-40B4-BE49-F238E27FC236}">
                <a16:creationId xmlns:a16="http://schemas.microsoft.com/office/drawing/2014/main" id="{9156DAEE-5F38-40D2-9F79-17DB2F31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9641EEDC-ECB1-4E84-8DEC-872CC42D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F79A2FFA-A5E9-4B6A-80EF-6590D08B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2C2FC3FA-566E-422F-AE96-AF28E6A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55850-FF9E-4111-88C0-8A3FCBB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A5C3F-BE93-4074-A573-B0D9C548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31B7A-3DFF-4094-B787-F404591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1227C-848C-4AFA-B7E4-FBA36EE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381B5-707C-4B88-A76A-6681E9CB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0496A-920B-4669-8687-36B67F2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0791A-CB74-4151-A46A-2890808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47">
            <a:extLst xmlns:a="http://schemas.openxmlformats.org/drawingml/2006/main">
              <a:ext uri="{FF2B5EF4-FFF2-40B4-BE49-F238E27FC236}">
                <a16:creationId xmlns:a16="http://schemas.microsoft.com/office/drawing/2014/main" id="{DFBD8A78-3392-4B32-AC69-B64FC317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4B57032B-4CB1-4CC0-BCA1-93E9C7B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49">
            <a:extLst xmlns:a="http://schemas.openxmlformats.org/drawingml/2006/main">
              <a:ext uri="{FF2B5EF4-FFF2-40B4-BE49-F238E27FC236}">
                <a16:creationId xmlns:a16="http://schemas.microsoft.com/office/drawing/2014/main" id="{D4724E7F-A783-4E65-BB13-3456A35C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B6E38-9E1A-4CD2-836B-5A52E78B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0">
            <a:extLst xmlns:a="http://schemas.openxmlformats.org/drawingml/2006/main">
              <a:ext uri="{FF2B5EF4-FFF2-40B4-BE49-F238E27FC236}">
                <a16:creationId xmlns:a16="http://schemas.microsoft.com/office/drawing/2014/main" id="{1BC96306-EC19-470A-8A88-2A8261B3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1">
            <a:extLst xmlns:a="http://schemas.openxmlformats.org/drawingml/2006/main">
              <a:ext uri="{FF2B5EF4-FFF2-40B4-BE49-F238E27FC236}">
                <a16:creationId xmlns:a16="http://schemas.microsoft.com/office/drawing/2014/main" id="{1700D3E5-D92E-4686-B37E-80EBEB44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52">
            <a:extLst xmlns:a="http://schemas.openxmlformats.org/drawingml/2006/main">
              <a:ext uri="{FF2B5EF4-FFF2-40B4-BE49-F238E27FC236}">
                <a16:creationId xmlns:a16="http://schemas.microsoft.com/office/drawing/2014/main" id="{63252925-A338-47CC-8E23-5646F87F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53">
            <a:extLst xmlns:a="http://schemas.openxmlformats.org/drawingml/2006/main">
              <a:ext uri="{FF2B5EF4-FFF2-40B4-BE49-F238E27FC236}">
                <a16:creationId xmlns:a16="http://schemas.microsoft.com/office/drawing/2014/main" id="{7F08913C-6A1E-468F-80B8-4F05EA6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54">
            <a:extLst xmlns:a="http://schemas.openxmlformats.org/drawingml/2006/main">
              <a:ext uri="{FF2B5EF4-FFF2-40B4-BE49-F238E27FC236}">
                <a16:creationId xmlns:a16="http://schemas.microsoft.com/office/drawing/2014/main" id="{BBA33D9B-4138-4F29-A871-F4A5643C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605054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55">
            <a:extLst xmlns:a="http://schemas.openxmlformats.org/drawingml/2006/main">
              <a:ext uri="{FF2B5EF4-FFF2-40B4-BE49-F238E27FC236}">
                <a16:creationId xmlns:a16="http://schemas.microsoft.com/office/drawing/2014/main" id="{0A1AE7B2-84EA-4194-A47D-561245F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56">
            <a:extLst xmlns:a="http://schemas.openxmlformats.org/drawingml/2006/main">
              <a:ext uri="{FF2B5EF4-FFF2-40B4-BE49-F238E27FC236}">
                <a16:creationId xmlns:a16="http://schemas.microsoft.com/office/drawing/2014/main" id="{8D6D5B9C-403B-4596-8F37-E43A7A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text-57">
            <a:extLst xmlns:a="http://schemas.openxmlformats.org/drawingml/2006/main">
              <a:ext uri="{FF2B5EF4-FFF2-40B4-BE49-F238E27FC236}">
                <a16:creationId xmlns:a16="http://schemas.microsoft.com/office/drawing/2014/main" id="{1301D37D-D655-4E8D-9311-5F513F4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08BF7B29-8AF8-43B6-A6EE-2C66727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39DF68A8-C066-4448-8EA6-68F78B6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CFC0C-FB03-4F81-BECB-494ABCF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E1D05-2448-4760-AB01-A712C4B4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BDC9F-6B9A-47FB-BDF5-5BE2059E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105F4-88D0-4C2F-8E23-92D6FA61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FE296-A4FE-407E-98C3-61C8405E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561DB-4E74-4DAA-9561-18C1A334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38" name=""/>
          <p:cNvCxnSpPr>
            <a:stCxn xmlns:a="http://schemas.openxmlformats.org/drawingml/2006/main" id="1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345AE-4FC1-4909-93E9-87312E4E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56375-B933-4FB3-BD99-0F570F4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2" name=""/>
          <p:cNvCxnSpPr>
            <a:stCxn xmlns:a="http://schemas.openxmlformats.org/drawingml/2006/main" id="1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4AED1-9761-4B91-9B10-C4C2113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FBA52-A1E5-4D54-AF02-218261DF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0710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40689EC6-09A7-4AD1-92B2-5E50CE8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61">
            <a:extLst xmlns:a="http://schemas.openxmlformats.org/drawingml/2006/main">
              <a:ext uri="{FF2B5EF4-FFF2-40B4-BE49-F238E27FC236}">
                <a16:creationId xmlns:a16="http://schemas.microsoft.com/office/drawing/2014/main" id="{4759300B-88AD-4BB6-9D61-B55BFF1F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</a:t>
            </a:r>
          </a:p>
        </p:txBody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465D398A-CABF-4779-ADE8-239137AB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2ccbc7636d4b4a"/>
          </a:graphicData>
        </a:graphic>
      </p:graphicFrame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8BA25F4D-2EC1-41FE-BC33-8876363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0CC59E52-15E6-4BCF-8CF3-865AE87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61441AE0-E43E-4357-B18A-802BBDE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</p:spTree>
    <p:extLst>
      <p:ext uri="{BB962C8B-B14F-4D97-AF65-F5344CB8AC3E}">
        <p14:creationId xmlns:p14="http://schemas.microsoft.com/office/powerpoint/2010/main" val="1637153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66">
            <a:extLst xmlns:a="http://schemas.openxmlformats.org/drawingml/2006/main">
              <a:ext uri="{FF2B5EF4-FFF2-40B4-BE49-F238E27FC236}">
                <a16:creationId xmlns:a16="http://schemas.microsoft.com/office/drawing/2014/main" id="{56D89B48-7B70-4A61-AD47-17327130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A039F062-D4F1-4CB1-A436-6A10D85E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81EC6CC4-E9AB-42AF-88A4-CCF3DE6D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C6F424EB-FF14-45F8-A12D-EEFE2AFB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298F9-BD54-4A0D-9DE8-E8910FE3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6B7F4-A2BE-4EF6-9AA5-1D46E53D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C3605-87FA-4F6B-9CB6-9FA73FF4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9364D614-CF40-4994-82F1-37F92A2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552CC980-106B-4545-8FD8-D93D717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A2097C72-1BB8-488A-847A-FD074261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F00C9-4893-4EDD-B3A6-21A9895D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9F6C6-46A8-49F2-AF7D-E75669E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D85B0-8C8F-4A1D-83A3-6E8DA95F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6ED01-493F-43EA-8396-C6F3ED23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82B96-C272-4BB9-971D-827E649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B0016-B819-4E1A-AFBC-BF5BCC3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text-73">
            <a:extLst xmlns:a="http://schemas.openxmlformats.org/drawingml/2006/main">
              <a:ext uri="{FF2B5EF4-FFF2-40B4-BE49-F238E27FC236}">
                <a16:creationId xmlns:a16="http://schemas.microsoft.com/office/drawing/2014/main" id="{8F6FED26-4A02-412C-9781-D103276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647740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7C7EE340-7E23-4B80-9822-7711992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CE928C02-DFA0-4206-8C6F-24F9856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固定轨迹回放审计；未运行合并后的学习策略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D962E68E-BF80-4265-960A-5866818D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EB604323-FE0F-4C59-83EB-A3C69C88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F0A59C10-2C17-4264-A117-78CBC69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D872025C-A28E-4108-9FBD-A6B17FA6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d30dbe73ce4fab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e5be6c52b241c1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d57043e87d4d83"/>
          </a:graphicData>
        </a:graphic>
      </p:graphicFrame>
    </p:spTree>
    <p:extLst>
      <p:ext uri="{BB962C8B-B14F-4D97-AF65-F5344CB8AC3E}">
        <p14:creationId xmlns:p14="http://schemas.microsoft.com/office/powerpoint/2010/main" val="14970081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0">
            <a:extLst xmlns:a="http://schemas.openxmlformats.org/drawingml/2006/main">
              <a:ext uri="{FF2B5EF4-FFF2-40B4-BE49-F238E27FC236}">
                <a16:creationId xmlns:a16="http://schemas.microsoft.com/office/drawing/2014/main" id="{8654E7B7-6A8F-4348-99C1-FB98FC7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81">
            <a:extLst xmlns:a="http://schemas.openxmlformats.org/drawingml/2006/main">
              <a:ext uri="{FF2B5EF4-FFF2-40B4-BE49-F238E27FC236}">
                <a16:creationId xmlns:a16="http://schemas.microsoft.com/office/drawing/2014/main" id="{D73CFBF7-3F33-499C-AB93-FE05731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2231FC55-B5BF-4B86-9849-753C8AA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4de5f51c2645f8"/>
          </a:graphicData>
        </a:graphic>
      </p:graphicFrame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B5F74E78-AFEB-405A-BA79-1ADFA44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BFEFD7F2-24A9-4C62-B3ED-B53D338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8663EB40-5A6D-406C-9436-4858545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CE95AA9E-20B4-413E-9A0B-2C5D1B5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725626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87">
            <a:extLst xmlns:a="http://schemas.openxmlformats.org/drawingml/2006/main">
              <a:ext uri="{FF2B5EF4-FFF2-40B4-BE49-F238E27FC236}">
                <a16:creationId xmlns:a16="http://schemas.microsoft.com/office/drawing/2014/main" id="{4CAACF3F-7F6A-4647-8ADB-64FBAFC5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F7EDBEB1-B260-40FF-B511-B2E529B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B486C767-A124-4D11-8F4F-BDC5F2D9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02F3CE74-BA1B-4225-8331-9081A15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622C04BA-4BEC-42A2-B5B9-828BC6DB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304383F5-38FE-4FE0-A126-A7351B4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4DD591AB-6F85-42E0-8C4E-317CB32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76F07-A5A4-495F-B421-5D23F309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13DC61FB-438F-4161-A2FD-529B5F5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95">
            <a:extLst xmlns:a="http://schemas.openxmlformats.org/drawingml/2006/main">
              <a:ext uri="{FF2B5EF4-FFF2-40B4-BE49-F238E27FC236}">
                <a16:creationId xmlns:a16="http://schemas.microsoft.com/office/drawing/2014/main" id="{F39FD8AB-86CF-4437-B02B-4D7637A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96">
            <a:extLst xmlns:a="http://schemas.openxmlformats.org/drawingml/2006/main">
              <a:ext uri="{FF2B5EF4-FFF2-40B4-BE49-F238E27FC236}">
                <a16:creationId xmlns:a16="http://schemas.microsoft.com/office/drawing/2014/main" id="{FA2AB6C7-B276-4D69-9ABA-5B214B54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70EB9-AB65-45D0-A5AC-173A49DD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9B283CC8-DA9F-46DF-A390-F3CF29DC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98">
            <a:extLst xmlns:a="http://schemas.openxmlformats.org/drawingml/2006/main">
              <a:ext uri="{FF2B5EF4-FFF2-40B4-BE49-F238E27FC236}">
                <a16:creationId xmlns:a16="http://schemas.microsoft.com/office/drawing/2014/main" id="{ACECEB51-B1D1-43AE-BA87-D10A5A0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99">
            <a:extLst xmlns:a="http://schemas.openxmlformats.org/drawingml/2006/main">
              <a:ext uri="{FF2B5EF4-FFF2-40B4-BE49-F238E27FC236}">
                <a16:creationId xmlns:a16="http://schemas.microsoft.com/office/drawing/2014/main" id="{FF7E659B-7E34-4CE5-90EB-649CC0D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1C73B-4661-4D98-B796-6854FDB9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00">
            <a:extLst xmlns:a="http://schemas.openxmlformats.org/drawingml/2006/main">
              <a:ext uri="{FF2B5EF4-FFF2-40B4-BE49-F238E27FC236}">
                <a16:creationId xmlns:a16="http://schemas.microsoft.com/office/drawing/2014/main" id="{662BE41C-BD5E-4E1D-A900-655A1D61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01">
            <a:extLst xmlns:a="http://schemas.openxmlformats.org/drawingml/2006/main">
              <a:ext uri="{FF2B5EF4-FFF2-40B4-BE49-F238E27FC236}">
                <a16:creationId xmlns:a16="http://schemas.microsoft.com/office/drawing/2014/main" id="{05A1572B-3634-4D80-AC9D-58D1A0BE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02">
            <a:extLst xmlns:a="http://schemas.openxmlformats.org/drawingml/2006/main">
              <a:ext uri="{FF2B5EF4-FFF2-40B4-BE49-F238E27FC236}">
                <a16:creationId xmlns:a16="http://schemas.microsoft.com/office/drawing/2014/main" id="{E4115C2D-E713-499A-A109-93E87C0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5AA91-6F91-4059-8F00-313FDC60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03">
            <a:extLst xmlns:a="http://schemas.openxmlformats.org/drawingml/2006/main">
              <a:ext uri="{FF2B5EF4-FFF2-40B4-BE49-F238E27FC236}">
                <a16:creationId xmlns:a16="http://schemas.microsoft.com/office/drawing/2014/main" id="{02FF7C96-B28C-4CE0-A6D9-8AA9C2F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04">
            <a:extLst xmlns:a="http://schemas.openxmlformats.org/drawingml/2006/main">
              <a:ext uri="{FF2B5EF4-FFF2-40B4-BE49-F238E27FC236}">
                <a16:creationId xmlns:a16="http://schemas.microsoft.com/office/drawing/2014/main" id="{4E2B4DA1-2E70-4BE6-A1A9-7F51160F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05">
            <a:extLst xmlns:a="http://schemas.openxmlformats.org/drawingml/2006/main">
              <a:ext uri="{FF2B5EF4-FFF2-40B4-BE49-F238E27FC236}">
                <a16:creationId xmlns:a16="http://schemas.microsoft.com/office/drawing/2014/main" id="{8B754655-955F-4DFC-B4BB-D66120C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06">
            <a:extLst xmlns:a="http://schemas.openxmlformats.org/drawingml/2006/main">
              <a:ext uri="{FF2B5EF4-FFF2-40B4-BE49-F238E27FC236}">
                <a16:creationId xmlns:a16="http://schemas.microsoft.com/office/drawing/2014/main" id="{70573C7C-B718-4924-8C75-F35E11FB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69c0781e4a40c5"/>
          </a:graphicData>
        </a:graphic>
      </p:graphicFrame>
      <p:sp>
        <p:nvSpPr>
          <p:cNvPr id="26" name="text-107">
            <a:extLst xmlns:a="http://schemas.openxmlformats.org/drawingml/2006/main">
              <a:ext uri="{FF2B5EF4-FFF2-40B4-BE49-F238E27FC236}">
                <a16:creationId xmlns:a16="http://schemas.microsoft.com/office/drawing/2014/main" id="{4EDE6900-21CF-4542-9F3C-8F6C02D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399144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08">
            <a:extLst xmlns:a="http://schemas.openxmlformats.org/drawingml/2006/main">
              <a:ext uri="{FF2B5EF4-FFF2-40B4-BE49-F238E27FC236}">
                <a16:creationId xmlns:a16="http://schemas.microsoft.com/office/drawing/2014/main" id="{2F187A5D-D5AD-4FB7-856D-67A67A6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09">
            <a:extLst xmlns:a="http://schemas.openxmlformats.org/drawingml/2006/main">
              <a:ext uri="{FF2B5EF4-FFF2-40B4-BE49-F238E27FC236}">
                <a16:creationId xmlns:a16="http://schemas.microsoft.com/office/drawing/2014/main" id="{22AC3997-7CD2-4BFB-81E2-92D2DF80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</a:t>
            </a:r>
          </a:p>
        </p:txBody>
      </p:sp>
      <p:sp>
        <p:nvSpPr>
          <p:cNvPr id="3" name="text-110">
            <a:extLst xmlns:a="http://schemas.openxmlformats.org/drawingml/2006/main">
              <a:ext uri="{FF2B5EF4-FFF2-40B4-BE49-F238E27FC236}">
                <a16:creationId xmlns:a16="http://schemas.microsoft.com/office/drawing/2014/main" id="{92C08EA5-CB5C-4555-B0EC-9162DD70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600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5f729aa1c144fc"/>
          </a:graphicData>
        </a:graphic>
      </p:graphicFrame>
    </p:spTree>
    <p:extLst>
      <p:ext uri="{BB962C8B-B14F-4D97-AF65-F5344CB8AC3E}">
        <p14:creationId xmlns:p14="http://schemas.microsoft.com/office/powerpoint/2010/main" val="1668822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11">
            <a:extLst xmlns:a="http://schemas.openxmlformats.org/drawingml/2006/main">
              <a:ext uri="{FF2B5EF4-FFF2-40B4-BE49-F238E27FC236}">
                <a16:creationId xmlns:a16="http://schemas.microsoft.com/office/drawing/2014/main" id="{496847C6-D6DF-49CD-AD98-C94FA48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869ED3C2-71E0-4E48-A109-9A22B54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E9A62DF9-62AF-4CAF-A212-943B100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E8813DB4-DBF3-4903-9BA3-96EB2218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539CC9A1-46E9-4799-8B44-114FC243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8513F-2157-4429-BE9F-772E700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3C91A-F310-478A-A723-0BA1E7E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FE28D-D2E4-4E7E-BB18-665C847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5672E-833B-4BF3-B380-70FCB75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C506C-76B2-4B45-9856-C9E03D6A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16">
            <a:extLst xmlns:a="http://schemas.openxmlformats.org/drawingml/2006/main">
              <a:ext uri="{FF2B5EF4-FFF2-40B4-BE49-F238E27FC236}">
                <a16:creationId xmlns:a16="http://schemas.microsoft.com/office/drawing/2014/main" id="{612155AF-87FC-4BFC-9B0C-49329AC6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17">
            <a:extLst xmlns:a="http://schemas.openxmlformats.org/drawingml/2006/main">
              <a:ext uri="{FF2B5EF4-FFF2-40B4-BE49-F238E27FC236}">
                <a16:creationId xmlns:a16="http://schemas.microsoft.com/office/drawing/2014/main" id="{C16F8288-3262-41E8-B51A-841AB62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1b287e975f4aa0"/>
          </a:graphicData>
        </a:graphic>
      </p:graphicFrame>
      <p:sp>
        <p:nvSpPr>
          <p:cNvPr id="18" name="text-118">
            <a:extLst xmlns:a="http://schemas.openxmlformats.org/drawingml/2006/main">
              <a:ext uri="{FF2B5EF4-FFF2-40B4-BE49-F238E27FC236}">
                <a16:creationId xmlns:a16="http://schemas.microsoft.com/office/drawing/2014/main" id="{CB134768-C635-423B-BFE5-C19A76C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452053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19">
            <a:extLst xmlns:a="http://schemas.openxmlformats.org/drawingml/2006/main">
              <a:ext uri="{FF2B5EF4-FFF2-40B4-BE49-F238E27FC236}">
                <a16:creationId xmlns:a16="http://schemas.microsoft.com/office/drawing/2014/main" id="{D81B2EE6-C067-4FE6-B118-DE3A971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20">
            <a:extLst xmlns:a="http://schemas.openxmlformats.org/drawingml/2006/main">
              <a:ext uri="{FF2B5EF4-FFF2-40B4-BE49-F238E27FC236}">
                <a16:creationId xmlns:a16="http://schemas.microsoft.com/office/drawing/2014/main" id="{431E9757-EAB9-4193-92CD-1C035053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B9E33D26-89A0-4544-A24A-C3E890E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0D88BFEC-99BF-47F7-AAD0-C3E90350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23">
            <a:extLst xmlns:a="http://schemas.openxmlformats.org/drawingml/2006/main">
              <a:ext uri="{FF2B5EF4-FFF2-40B4-BE49-F238E27FC236}">
                <a16:creationId xmlns:a16="http://schemas.microsoft.com/office/drawing/2014/main" id="{C5812D0C-8A81-4AC1-81B5-6FD8502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5B1B9DEB-DC71-46EC-B67F-906F422A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25">
            <a:extLst xmlns:a="http://schemas.openxmlformats.org/drawingml/2006/main">
              <a:ext uri="{FF2B5EF4-FFF2-40B4-BE49-F238E27FC236}">
                <a16:creationId xmlns:a16="http://schemas.microsoft.com/office/drawing/2014/main" id="{A721E6E4-8FAE-4FA2-BDB7-86DBD7F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7718B-3F16-4B23-B500-6728C2C1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5F2F4-2E0B-47A8-A7A9-97059E5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C1D35-3ECC-46B5-A952-09700A1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33C19-FA0E-47B7-A1A8-DD2EEFFE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26">
            <a:extLst xmlns:a="http://schemas.openxmlformats.org/drawingml/2006/main">
              <a:ext uri="{FF2B5EF4-FFF2-40B4-BE49-F238E27FC236}">
                <a16:creationId xmlns:a16="http://schemas.microsoft.com/office/drawing/2014/main" id="{13F688F2-187D-4442-8191-F4288CB4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27">
            <a:extLst xmlns:a="http://schemas.openxmlformats.org/drawingml/2006/main">
              <a:ext uri="{FF2B5EF4-FFF2-40B4-BE49-F238E27FC236}">
                <a16:creationId xmlns:a16="http://schemas.microsoft.com/office/drawing/2014/main" id="{12389F76-4CF5-4BDB-99CB-12F7AA22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28">
            <a:extLst xmlns:a="http://schemas.openxmlformats.org/drawingml/2006/main">
              <a:ext uri="{FF2B5EF4-FFF2-40B4-BE49-F238E27FC236}">
                <a16:creationId xmlns:a16="http://schemas.microsoft.com/office/drawing/2014/main" id="{37624F2A-09CC-44DB-A115-715EE04D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23033-6C52-476E-8F73-CB6ED030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7D1B6-55EB-487C-A239-792CC814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FD565-FBAD-4E62-8E33-798EC54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CCE9A-4728-4DEA-B5F5-CD10EAB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29">
            <a:extLst xmlns:a="http://schemas.openxmlformats.org/drawingml/2006/main">
              <a:ext uri="{FF2B5EF4-FFF2-40B4-BE49-F238E27FC236}">
                <a16:creationId xmlns:a16="http://schemas.microsoft.com/office/drawing/2014/main" id="{3EF169B8-B9B5-4ED4-8BBA-65DEBB6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30">
            <a:extLst xmlns:a="http://schemas.openxmlformats.org/drawingml/2006/main">
              <a:ext uri="{FF2B5EF4-FFF2-40B4-BE49-F238E27FC236}">
                <a16:creationId xmlns:a16="http://schemas.microsoft.com/office/drawing/2014/main" id="{34E3B04F-DF2B-4BFB-AD8B-2553C4F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31">
            <a:extLst xmlns:a="http://schemas.openxmlformats.org/drawingml/2006/main">
              <a:ext uri="{FF2B5EF4-FFF2-40B4-BE49-F238E27FC236}">
                <a16:creationId xmlns:a16="http://schemas.microsoft.com/office/drawing/2014/main" id="{CCE4896C-B298-48DF-9E44-04726D0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D705B-2C09-4227-B3AF-C77468B3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78850-784A-4327-947C-BAF5888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50C4B-8285-4C70-BA52-DAC4D674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32448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2026-09-16T04:06:13.6130000Z</dcterms:created>
  <dcterms:modified xsi:type="dcterms:W3CDTF">2026-09-16T04:06:13.6130000Z</dcterms:modified>
</coreProperties>
</file>